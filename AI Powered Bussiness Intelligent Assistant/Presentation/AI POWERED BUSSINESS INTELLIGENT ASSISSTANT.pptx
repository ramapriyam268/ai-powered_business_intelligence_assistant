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6" r:id="rId6"/>
    <p:sldId id="277" r:id="rId7"/>
    <p:sldId id="278" r:id="rId8"/>
    <p:sldId id="279" r:id="rId9"/>
    <p:sldId id="280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96" d="100"/>
          <a:sy n="96" d="100"/>
        </p:scale>
        <p:origin x="178" y="62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108991-1DF8-439D-938D-97E559EBA9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1E96BA0-5C43-4C34-B0A2-29BF47AD2FD7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🔹 Organizations generate large volumes of business data.</a:t>
          </a:r>
        </a:p>
      </dgm:t>
    </dgm:pt>
    <dgm:pt modelId="{2FAF3EB7-7B59-4547-97FC-277B3B4C4CEA}" type="parTrans" cxnId="{46399EDA-82B4-4E68-8464-266B5A0891CE}">
      <dgm:prSet/>
      <dgm:spPr/>
      <dgm:t>
        <a:bodyPr/>
        <a:lstStyle/>
        <a:p>
          <a:endParaRPr lang="en-IN"/>
        </a:p>
      </dgm:t>
    </dgm:pt>
    <dgm:pt modelId="{3012A649-38D9-47B9-A9FE-8D0602EDA0ED}" type="sibTrans" cxnId="{46399EDA-82B4-4E68-8464-266B5A0891CE}">
      <dgm:prSet/>
      <dgm:spPr/>
      <dgm:t>
        <a:bodyPr/>
        <a:lstStyle/>
        <a:p>
          <a:endParaRPr lang="en-IN"/>
        </a:p>
      </dgm:t>
    </dgm:pt>
    <dgm:pt modelId="{52E7F4F9-B66F-4436-A3D9-3F503EDAB8C0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🔹 Data analysts spend significant time creating and updating dashboards.</a:t>
          </a:r>
        </a:p>
      </dgm:t>
    </dgm:pt>
    <dgm:pt modelId="{D5BAF0F0-C144-4886-8876-C7EAF107337B}" type="parTrans" cxnId="{5D69D00A-02D9-42F4-A4F3-218C745FE9B0}">
      <dgm:prSet/>
      <dgm:spPr/>
      <dgm:t>
        <a:bodyPr/>
        <a:lstStyle/>
        <a:p>
          <a:endParaRPr lang="en-IN"/>
        </a:p>
      </dgm:t>
    </dgm:pt>
    <dgm:pt modelId="{F0FE7A4D-FFC0-4B54-B520-45D0DA42FE94}" type="sibTrans" cxnId="{5D69D00A-02D9-42F4-A4F3-218C745FE9B0}">
      <dgm:prSet/>
      <dgm:spPr/>
      <dgm:t>
        <a:bodyPr/>
        <a:lstStyle/>
        <a:p>
          <a:endParaRPr lang="en-IN"/>
        </a:p>
      </dgm:t>
    </dgm:pt>
    <dgm:pt modelId="{832DD9E8-D20D-4B5D-B490-FEF7EE5FDF34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/>
            <a:t>🔹 Stakeholders depend on analysts for reports and insights.</a:t>
          </a:r>
        </a:p>
      </dgm:t>
    </dgm:pt>
    <dgm:pt modelId="{74A6A868-D304-4FDE-B2CE-CA19F7EED0AE}" type="parTrans" cxnId="{77F2A9C1-FE49-43CE-B0D7-8310AB09A1D2}">
      <dgm:prSet/>
      <dgm:spPr/>
      <dgm:t>
        <a:bodyPr/>
        <a:lstStyle/>
        <a:p>
          <a:endParaRPr lang="en-IN"/>
        </a:p>
      </dgm:t>
    </dgm:pt>
    <dgm:pt modelId="{5187AF46-EC96-49AE-A514-7F5B3A428A65}" type="sibTrans" cxnId="{77F2A9C1-FE49-43CE-B0D7-8310AB09A1D2}">
      <dgm:prSet/>
      <dgm:spPr/>
      <dgm:t>
        <a:bodyPr/>
        <a:lstStyle/>
        <a:p>
          <a:endParaRPr lang="en-IN"/>
        </a:p>
      </dgm:t>
    </dgm:pt>
    <dgm:pt modelId="{0D5CC0EF-5385-4C8A-89BF-CEE2F73BCD37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🔹 Traditional reporting processes are time-consuming.</a:t>
          </a:r>
        </a:p>
      </dgm:t>
    </dgm:pt>
    <dgm:pt modelId="{D79AD482-5DFE-413B-9FA5-175FF5F0F2C6}" type="parTrans" cxnId="{D7878B56-5CB4-4146-8F0C-BD73438F7AD1}">
      <dgm:prSet/>
      <dgm:spPr/>
      <dgm:t>
        <a:bodyPr/>
        <a:lstStyle/>
        <a:p>
          <a:endParaRPr lang="en-IN"/>
        </a:p>
      </dgm:t>
    </dgm:pt>
    <dgm:pt modelId="{8BEAD3A3-8138-4D06-BAC6-3FFE609F5D07}" type="sibTrans" cxnId="{D7878B56-5CB4-4146-8F0C-BD73438F7AD1}">
      <dgm:prSet/>
      <dgm:spPr/>
      <dgm:t>
        <a:bodyPr/>
        <a:lstStyle/>
        <a:p>
          <a:endParaRPr lang="en-IN"/>
        </a:p>
      </dgm:t>
    </dgm:pt>
    <dgm:pt modelId="{E00DE066-BA13-44F4-8D9B-190656616BB0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🔹 Delayed access to information slows decision-making.</a:t>
          </a:r>
        </a:p>
      </dgm:t>
    </dgm:pt>
    <dgm:pt modelId="{33DD1389-7E4D-4802-B8E8-A3B521E849FD}" type="parTrans" cxnId="{14B1D775-FB0C-45B6-BB78-B964DE2D0ABE}">
      <dgm:prSet/>
      <dgm:spPr/>
      <dgm:t>
        <a:bodyPr/>
        <a:lstStyle/>
        <a:p>
          <a:endParaRPr lang="en-IN"/>
        </a:p>
      </dgm:t>
    </dgm:pt>
    <dgm:pt modelId="{9C18FE8B-D8F9-4559-86B8-05DA7D87D684}" type="sibTrans" cxnId="{14B1D775-FB0C-45B6-BB78-B964DE2D0ABE}">
      <dgm:prSet/>
      <dgm:spPr/>
      <dgm:t>
        <a:bodyPr/>
        <a:lstStyle/>
        <a:p>
          <a:endParaRPr lang="en-IN"/>
        </a:p>
      </dgm:t>
    </dgm:pt>
    <dgm:pt modelId="{C4C0BC7B-DDD2-444B-817C-27C890AA3C11}" type="pres">
      <dgm:prSet presAssocID="{82108991-1DF8-439D-938D-97E559EBA9B5}" presName="linear" presStyleCnt="0">
        <dgm:presLayoutVars>
          <dgm:animLvl val="lvl"/>
          <dgm:resizeHandles val="exact"/>
        </dgm:presLayoutVars>
      </dgm:prSet>
      <dgm:spPr/>
    </dgm:pt>
    <dgm:pt modelId="{80208E07-5014-4E0D-8A08-9E6763FEE89E}" type="pres">
      <dgm:prSet presAssocID="{F1E96BA0-5C43-4C34-B0A2-29BF47AD2FD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3DE5D1-2E92-484B-83FE-6772DB5C7DC7}" type="pres">
      <dgm:prSet presAssocID="{3012A649-38D9-47B9-A9FE-8D0602EDA0ED}" presName="spacer" presStyleCnt="0"/>
      <dgm:spPr/>
    </dgm:pt>
    <dgm:pt modelId="{840A80DF-0E85-4F3F-AAE2-3B91589E8F60}" type="pres">
      <dgm:prSet presAssocID="{52E7F4F9-B66F-4436-A3D9-3F503EDAB8C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906193C-62A0-45BF-8184-C1C609269B85}" type="pres">
      <dgm:prSet presAssocID="{F0FE7A4D-FFC0-4B54-B520-45D0DA42FE94}" presName="spacer" presStyleCnt="0"/>
      <dgm:spPr/>
    </dgm:pt>
    <dgm:pt modelId="{D79EF493-5A5A-486C-A732-92EDBB5FBE93}" type="pres">
      <dgm:prSet presAssocID="{832DD9E8-D20D-4B5D-B490-FEF7EE5FDF3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A26ADE8-EBBB-4BC1-AA62-D5E5D38E39C9}" type="pres">
      <dgm:prSet presAssocID="{5187AF46-EC96-49AE-A514-7F5B3A428A65}" presName="spacer" presStyleCnt="0"/>
      <dgm:spPr/>
    </dgm:pt>
    <dgm:pt modelId="{C6E4F25B-95A7-4CFA-BDEB-6426EAC60BC8}" type="pres">
      <dgm:prSet presAssocID="{0D5CC0EF-5385-4C8A-89BF-CEE2F73BCD3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60F93F6-84F1-40BF-BC2B-BA5F948352FE}" type="pres">
      <dgm:prSet presAssocID="{8BEAD3A3-8138-4D06-BAC6-3FFE609F5D07}" presName="spacer" presStyleCnt="0"/>
      <dgm:spPr/>
    </dgm:pt>
    <dgm:pt modelId="{78985633-606C-491E-9236-941B49168923}" type="pres">
      <dgm:prSet presAssocID="{E00DE066-BA13-44F4-8D9B-190656616BB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D69D00A-02D9-42F4-A4F3-218C745FE9B0}" srcId="{82108991-1DF8-439D-938D-97E559EBA9B5}" destId="{52E7F4F9-B66F-4436-A3D9-3F503EDAB8C0}" srcOrd="1" destOrd="0" parTransId="{D5BAF0F0-C144-4886-8876-C7EAF107337B}" sibTransId="{F0FE7A4D-FFC0-4B54-B520-45D0DA42FE94}"/>
    <dgm:cxn modelId="{8FE92128-7DB2-47E2-B239-385B126E05A3}" type="presOf" srcId="{52E7F4F9-B66F-4436-A3D9-3F503EDAB8C0}" destId="{840A80DF-0E85-4F3F-AAE2-3B91589E8F60}" srcOrd="0" destOrd="0" presId="urn:microsoft.com/office/officeart/2005/8/layout/vList2"/>
    <dgm:cxn modelId="{8BFF8739-865F-4C36-9061-BAA1823CC8BA}" type="presOf" srcId="{F1E96BA0-5C43-4C34-B0A2-29BF47AD2FD7}" destId="{80208E07-5014-4E0D-8A08-9E6763FEE89E}" srcOrd="0" destOrd="0" presId="urn:microsoft.com/office/officeart/2005/8/layout/vList2"/>
    <dgm:cxn modelId="{AF524347-53F0-487F-8D90-26097AF0AA0F}" type="presOf" srcId="{E00DE066-BA13-44F4-8D9B-190656616BB0}" destId="{78985633-606C-491E-9236-941B49168923}" srcOrd="0" destOrd="0" presId="urn:microsoft.com/office/officeart/2005/8/layout/vList2"/>
    <dgm:cxn modelId="{F126974B-192C-4AEF-9409-6EAB90AE20A6}" type="presOf" srcId="{82108991-1DF8-439D-938D-97E559EBA9B5}" destId="{C4C0BC7B-DDD2-444B-817C-27C890AA3C11}" srcOrd="0" destOrd="0" presId="urn:microsoft.com/office/officeart/2005/8/layout/vList2"/>
    <dgm:cxn modelId="{B647C56F-D204-4070-9751-1830B42B9171}" type="presOf" srcId="{832DD9E8-D20D-4B5D-B490-FEF7EE5FDF34}" destId="{D79EF493-5A5A-486C-A732-92EDBB5FBE93}" srcOrd="0" destOrd="0" presId="urn:microsoft.com/office/officeart/2005/8/layout/vList2"/>
    <dgm:cxn modelId="{14B1D775-FB0C-45B6-BB78-B964DE2D0ABE}" srcId="{82108991-1DF8-439D-938D-97E559EBA9B5}" destId="{E00DE066-BA13-44F4-8D9B-190656616BB0}" srcOrd="4" destOrd="0" parTransId="{33DD1389-7E4D-4802-B8E8-A3B521E849FD}" sibTransId="{9C18FE8B-D8F9-4559-86B8-05DA7D87D684}"/>
    <dgm:cxn modelId="{D7878B56-5CB4-4146-8F0C-BD73438F7AD1}" srcId="{82108991-1DF8-439D-938D-97E559EBA9B5}" destId="{0D5CC0EF-5385-4C8A-89BF-CEE2F73BCD37}" srcOrd="3" destOrd="0" parTransId="{D79AD482-5DFE-413B-9FA5-175FF5F0F2C6}" sibTransId="{8BEAD3A3-8138-4D06-BAC6-3FFE609F5D07}"/>
    <dgm:cxn modelId="{392062C0-388F-4A6C-A97D-44FCD8956B9F}" type="presOf" srcId="{0D5CC0EF-5385-4C8A-89BF-CEE2F73BCD37}" destId="{C6E4F25B-95A7-4CFA-BDEB-6426EAC60BC8}" srcOrd="0" destOrd="0" presId="urn:microsoft.com/office/officeart/2005/8/layout/vList2"/>
    <dgm:cxn modelId="{77F2A9C1-FE49-43CE-B0D7-8310AB09A1D2}" srcId="{82108991-1DF8-439D-938D-97E559EBA9B5}" destId="{832DD9E8-D20D-4B5D-B490-FEF7EE5FDF34}" srcOrd="2" destOrd="0" parTransId="{74A6A868-D304-4FDE-B2CE-CA19F7EED0AE}" sibTransId="{5187AF46-EC96-49AE-A514-7F5B3A428A65}"/>
    <dgm:cxn modelId="{46399EDA-82B4-4E68-8464-266B5A0891CE}" srcId="{82108991-1DF8-439D-938D-97E559EBA9B5}" destId="{F1E96BA0-5C43-4C34-B0A2-29BF47AD2FD7}" srcOrd="0" destOrd="0" parTransId="{2FAF3EB7-7B59-4547-97FC-277B3B4C4CEA}" sibTransId="{3012A649-38D9-47B9-A9FE-8D0602EDA0ED}"/>
    <dgm:cxn modelId="{5A7FAC10-C2F3-402D-814F-B27F2AE957C1}" type="presParOf" srcId="{C4C0BC7B-DDD2-444B-817C-27C890AA3C11}" destId="{80208E07-5014-4E0D-8A08-9E6763FEE89E}" srcOrd="0" destOrd="0" presId="urn:microsoft.com/office/officeart/2005/8/layout/vList2"/>
    <dgm:cxn modelId="{AAD0F9C5-B013-4209-B6E0-7EBA3E2FF08B}" type="presParOf" srcId="{C4C0BC7B-DDD2-444B-817C-27C890AA3C11}" destId="{1D3DE5D1-2E92-484B-83FE-6772DB5C7DC7}" srcOrd="1" destOrd="0" presId="urn:microsoft.com/office/officeart/2005/8/layout/vList2"/>
    <dgm:cxn modelId="{2D5FBEE0-37BD-4D6A-A7A6-3A171BCD3C0E}" type="presParOf" srcId="{C4C0BC7B-DDD2-444B-817C-27C890AA3C11}" destId="{840A80DF-0E85-4F3F-AAE2-3B91589E8F60}" srcOrd="2" destOrd="0" presId="urn:microsoft.com/office/officeart/2005/8/layout/vList2"/>
    <dgm:cxn modelId="{52907CDB-FB48-4B85-9539-B2C4393668DB}" type="presParOf" srcId="{C4C0BC7B-DDD2-444B-817C-27C890AA3C11}" destId="{3906193C-62A0-45BF-8184-C1C609269B85}" srcOrd="3" destOrd="0" presId="urn:microsoft.com/office/officeart/2005/8/layout/vList2"/>
    <dgm:cxn modelId="{ECAF850D-DA13-4877-8885-42E894F89D4D}" type="presParOf" srcId="{C4C0BC7B-DDD2-444B-817C-27C890AA3C11}" destId="{D79EF493-5A5A-486C-A732-92EDBB5FBE93}" srcOrd="4" destOrd="0" presId="urn:microsoft.com/office/officeart/2005/8/layout/vList2"/>
    <dgm:cxn modelId="{97248C59-9B5B-49C3-9315-85B111272C8A}" type="presParOf" srcId="{C4C0BC7B-DDD2-444B-817C-27C890AA3C11}" destId="{6A26ADE8-EBBB-4BC1-AA62-D5E5D38E39C9}" srcOrd="5" destOrd="0" presId="urn:microsoft.com/office/officeart/2005/8/layout/vList2"/>
    <dgm:cxn modelId="{689FA88A-161F-4806-A0FC-B54844A78365}" type="presParOf" srcId="{C4C0BC7B-DDD2-444B-817C-27C890AA3C11}" destId="{C6E4F25B-95A7-4CFA-BDEB-6426EAC60BC8}" srcOrd="6" destOrd="0" presId="urn:microsoft.com/office/officeart/2005/8/layout/vList2"/>
    <dgm:cxn modelId="{D69C4580-3D16-4CEB-8800-0E32A15CAD7B}" type="presParOf" srcId="{C4C0BC7B-DDD2-444B-817C-27C890AA3C11}" destId="{C60F93F6-84F1-40BF-BC2B-BA5F948352FE}" srcOrd="7" destOrd="0" presId="urn:microsoft.com/office/officeart/2005/8/layout/vList2"/>
    <dgm:cxn modelId="{80B53824-7E62-4F80-B180-5F81CD121C65}" type="presParOf" srcId="{C4C0BC7B-DDD2-444B-817C-27C890AA3C11}" destId="{78985633-606C-491E-9236-941B49168923}" srcOrd="8" destOrd="0" presId="urn:microsoft.com/office/officeart/2005/8/layout/vList2"/>
  </dgm:cxnLst>
  <dgm:bg/>
  <dgm:whole>
    <a:ln>
      <a:solidFill>
        <a:srgbClr val="0070C0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B3801C-E16C-4EB8-921B-82A53607452B}" type="doc">
      <dgm:prSet loTypeId="urn:microsoft.com/office/officeart/2005/8/layout/hProcess9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E3FD11AD-AE29-46EA-BE88-AF0DFCB2F75D}">
      <dgm:prSet/>
      <dgm:spPr/>
      <dgm:t>
        <a:bodyPr/>
        <a:lstStyle/>
        <a:p>
          <a:r>
            <a:rPr lang="en-IN"/>
            <a:t>🤖 Understands business questions in natural language.</a:t>
          </a:r>
        </a:p>
      </dgm:t>
    </dgm:pt>
    <dgm:pt modelId="{39D18E2F-31A9-423F-8E19-1077F0AD92F0}" type="parTrans" cxnId="{B7C072B4-4125-41B4-8DD0-2E5819FF2301}">
      <dgm:prSet/>
      <dgm:spPr/>
      <dgm:t>
        <a:bodyPr/>
        <a:lstStyle/>
        <a:p>
          <a:endParaRPr lang="en-IN"/>
        </a:p>
      </dgm:t>
    </dgm:pt>
    <dgm:pt modelId="{899F479C-2564-4105-A88C-AB8BF7140A35}" type="sibTrans" cxnId="{B7C072B4-4125-41B4-8DD0-2E5819FF2301}">
      <dgm:prSet/>
      <dgm:spPr/>
      <dgm:t>
        <a:bodyPr/>
        <a:lstStyle/>
        <a:p>
          <a:endParaRPr lang="en-IN"/>
        </a:p>
      </dgm:t>
    </dgm:pt>
    <dgm:pt modelId="{95FDFA96-6A27-4205-A65A-01C0530B792D}">
      <dgm:prSet/>
      <dgm:spPr/>
      <dgm:t>
        <a:bodyPr/>
        <a:lstStyle/>
        <a:p>
          <a:r>
            <a:rPr lang="en-IN"/>
            <a:t>🗄️ Analyzes database schema and relationships automatically.</a:t>
          </a:r>
        </a:p>
      </dgm:t>
    </dgm:pt>
    <dgm:pt modelId="{74EF0B0F-B6D7-47A5-A85E-A020305D6D81}" type="parTrans" cxnId="{82EFBEB9-132F-4E9D-BB2A-6A2E81E9AFC4}">
      <dgm:prSet/>
      <dgm:spPr/>
      <dgm:t>
        <a:bodyPr/>
        <a:lstStyle/>
        <a:p>
          <a:endParaRPr lang="en-IN"/>
        </a:p>
      </dgm:t>
    </dgm:pt>
    <dgm:pt modelId="{DFECD2E7-228E-46C1-AD77-45D4E2088FC2}" type="sibTrans" cxnId="{82EFBEB9-132F-4E9D-BB2A-6A2E81E9AFC4}">
      <dgm:prSet/>
      <dgm:spPr/>
      <dgm:t>
        <a:bodyPr/>
        <a:lstStyle/>
        <a:p>
          <a:endParaRPr lang="en-IN"/>
        </a:p>
      </dgm:t>
    </dgm:pt>
    <dgm:pt modelId="{D8017FB3-C4D8-4515-B765-D5DB8D4686C1}">
      <dgm:prSet/>
      <dgm:spPr/>
      <dgm:t>
        <a:bodyPr/>
        <a:lstStyle/>
        <a:p>
          <a:r>
            <a:rPr lang="en-IN"/>
            <a:t>📊 Assists analysts in generating dashboard components.</a:t>
          </a:r>
        </a:p>
      </dgm:t>
    </dgm:pt>
    <dgm:pt modelId="{35DF0D8F-7144-4E21-93F7-C9044F372690}" type="parTrans" cxnId="{8DBB02DA-9085-45DC-B7E5-0D96C57F8971}">
      <dgm:prSet/>
      <dgm:spPr/>
      <dgm:t>
        <a:bodyPr/>
        <a:lstStyle/>
        <a:p>
          <a:endParaRPr lang="en-IN"/>
        </a:p>
      </dgm:t>
    </dgm:pt>
    <dgm:pt modelId="{6129F171-D165-4801-8A1D-05EF40AEAAEB}" type="sibTrans" cxnId="{8DBB02DA-9085-45DC-B7E5-0D96C57F8971}">
      <dgm:prSet/>
      <dgm:spPr/>
      <dgm:t>
        <a:bodyPr/>
        <a:lstStyle/>
        <a:p>
          <a:endParaRPr lang="en-IN"/>
        </a:p>
      </dgm:t>
    </dgm:pt>
    <dgm:pt modelId="{4EA92AFA-B366-454F-AB73-0195F277721E}">
      <dgm:prSet/>
      <dgm:spPr/>
      <dgm:t>
        <a:bodyPr/>
        <a:lstStyle/>
        <a:p>
          <a:r>
            <a:rPr lang="en-IN"/>
            <a:t>🔍 Retrieves and processes relevant business data.</a:t>
          </a:r>
        </a:p>
      </dgm:t>
    </dgm:pt>
    <dgm:pt modelId="{70AA8711-15D7-4A92-9736-B0D2739DCD01}" type="parTrans" cxnId="{ABA01068-BE5A-450A-9407-AA1061E0EEA1}">
      <dgm:prSet/>
      <dgm:spPr/>
      <dgm:t>
        <a:bodyPr/>
        <a:lstStyle/>
        <a:p>
          <a:endParaRPr lang="en-IN"/>
        </a:p>
      </dgm:t>
    </dgm:pt>
    <dgm:pt modelId="{67B45160-B154-4395-B326-0FA70D0BEF97}" type="sibTrans" cxnId="{ABA01068-BE5A-450A-9407-AA1061E0EEA1}">
      <dgm:prSet/>
      <dgm:spPr/>
      <dgm:t>
        <a:bodyPr/>
        <a:lstStyle/>
        <a:p>
          <a:endParaRPr lang="en-IN"/>
        </a:p>
      </dgm:t>
    </dgm:pt>
    <dgm:pt modelId="{75CB7E01-4B34-4656-86C9-2B4FEBF7A4CB}">
      <dgm:prSet/>
      <dgm:spPr/>
      <dgm:t>
        <a:bodyPr/>
        <a:lstStyle/>
        <a:p>
          <a:r>
            <a:rPr lang="en-IN" dirty="0"/>
            <a:t>📈 Generates insights, reports, and visualizations automatically.</a:t>
          </a:r>
        </a:p>
      </dgm:t>
    </dgm:pt>
    <dgm:pt modelId="{C8656D79-625A-4D91-B6FE-19A6A679CB11}" type="parTrans" cxnId="{12D4C701-60A4-4D7C-BA27-C6CC65F5F35D}">
      <dgm:prSet/>
      <dgm:spPr/>
      <dgm:t>
        <a:bodyPr/>
        <a:lstStyle/>
        <a:p>
          <a:endParaRPr lang="en-IN"/>
        </a:p>
      </dgm:t>
    </dgm:pt>
    <dgm:pt modelId="{9E8E25B3-B13F-477B-9539-CB22C3CDE0CA}" type="sibTrans" cxnId="{12D4C701-60A4-4D7C-BA27-C6CC65F5F35D}">
      <dgm:prSet/>
      <dgm:spPr/>
      <dgm:t>
        <a:bodyPr/>
        <a:lstStyle/>
        <a:p>
          <a:endParaRPr lang="en-IN"/>
        </a:p>
      </dgm:t>
    </dgm:pt>
    <dgm:pt modelId="{ADF619F5-0149-493A-9C67-D45F0836F9AB}">
      <dgm:prSet/>
      <dgm:spPr/>
      <dgm:t>
        <a:bodyPr/>
        <a:lstStyle/>
        <a:p>
          <a:r>
            <a:rPr lang="en-IN"/>
            <a:t>🌐 Produces interactive HTML dashboards for decision-making.</a:t>
          </a:r>
        </a:p>
      </dgm:t>
    </dgm:pt>
    <dgm:pt modelId="{F803C18B-A432-4B88-9DA0-771B6070E10D}" type="parTrans" cxnId="{44378772-BCDB-4DEE-B0DA-1498C24864A7}">
      <dgm:prSet/>
      <dgm:spPr/>
      <dgm:t>
        <a:bodyPr/>
        <a:lstStyle/>
        <a:p>
          <a:endParaRPr lang="en-IN"/>
        </a:p>
      </dgm:t>
    </dgm:pt>
    <dgm:pt modelId="{6321F8A0-553C-4475-9EDB-8066DD03986E}" type="sibTrans" cxnId="{44378772-BCDB-4DEE-B0DA-1498C24864A7}">
      <dgm:prSet/>
      <dgm:spPr/>
      <dgm:t>
        <a:bodyPr/>
        <a:lstStyle/>
        <a:p>
          <a:endParaRPr lang="en-IN"/>
        </a:p>
      </dgm:t>
    </dgm:pt>
    <dgm:pt modelId="{FF154BA8-8479-41CD-9F24-BDE8672351C1}" type="pres">
      <dgm:prSet presAssocID="{8AB3801C-E16C-4EB8-921B-82A53607452B}" presName="CompostProcess" presStyleCnt="0">
        <dgm:presLayoutVars>
          <dgm:dir/>
          <dgm:resizeHandles val="exact"/>
        </dgm:presLayoutVars>
      </dgm:prSet>
      <dgm:spPr/>
    </dgm:pt>
    <dgm:pt modelId="{A7DD2EEB-3B76-41FA-9F3B-5530FFDA0D40}" type="pres">
      <dgm:prSet presAssocID="{8AB3801C-E16C-4EB8-921B-82A53607452B}" presName="arrow" presStyleLbl="bgShp" presStyleIdx="0" presStyleCnt="1"/>
      <dgm:spPr/>
    </dgm:pt>
    <dgm:pt modelId="{DA934581-46E0-4227-8AD2-C0942210266E}" type="pres">
      <dgm:prSet presAssocID="{8AB3801C-E16C-4EB8-921B-82A53607452B}" presName="linearProcess" presStyleCnt="0"/>
      <dgm:spPr/>
    </dgm:pt>
    <dgm:pt modelId="{4D3415E9-30FB-4E55-A973-E8880068CEC1}" type="pres">
      <dgm:prSet presAssocID="{E3FD11AD-AE29-46EA-BE88-AF0DFCB2F75D}" presName="textNode" presStyleLbl="node1" presStyleIdx="0" presStyleCnt="6">
        <dgm:presLayoutVars>
          <dgm:bulletEnabled val="1"/>
        </dgm:presLayoutVars>
      </dgm:prSet>
      <dgm:spPr/>
    </dgm:pt>
    <dgm:pt modelId="{28460FD8-7064-4B5F-91EC-BF5DADD5749E}" type="pres">
      <dgm:prSet presAssocID="{899F479C-2564-4105-A88C-AB8BF7140A35}" presName="sibTrans" presStyleCnt="0"/>
      <dgm:spPr/>
    </dgm:pt>
    <dgm:pt modelId="{90FA87AB-72EF-406C-A9F0-EF5BB4AA8B7A}" type="pres">
      <dgm:prSet presAssocID="{95FDFA96-6A27-4205-A65A-01C0530B792D}" presName="textNode" presStyleLbl="node1" presStyleIdx="1" presStyleCnt="6">
        <dgm:presLayoutVars>
          <dgm:bulletEnabled val="1"/>
        </dgm:presLayoutVars>
      </dgm:prSet>
      <dgm:spPr/>
    </dgm:pt>
    <dgm:pt modelId="{560E5222-C282-4D0E-B75D-9C006AC8ABF7}" type="pres">
      <dgm:prSet presAssocID="{DFECD2E7-228E-46C1-AD77-45D4E2088FC2}" presName="sibTrans" presStyleCnt="0"/>
      <dgm:spPr/>
    </dgm:pt>
    <dgm:pt modelId="{5ACBD118-A01A-47E3-8B1D-8D5E62FD49A4}" type="pres">
      <dgm:prSet presAssocID="{D8017FB3-C4D8-4515-B765-D5DB8D4686C1}" presName="textNode" presStyleLbl="node1" presStyleIdx="2" presStyleCnt="6">
        <dgm:presLayoutVars>
          <dgm:bulletEnabled val="1"/>
        </dgm:presLayoutVars>
      </dgm:prSet>
      <dgm:spPr/>
    </dgm:pt>
    <dgm:pt modelId="{96E46442-A190-4887-B33C-2DDFFD9A06A9}" type="pres">
      <dgm:prSet presAssocID="{6129F171-D165-4801-8A1D-05EF40AEAAEB}" presName="sibTrans" presStyleCnt="0"/>
      <dgm:spPr/>
    </dgm:pt>
    <dgm:pt modelId="{C182A5CF-A076-4FFA-A5B4-89CF25C13EC8}" type="pres">
      <dgm:prSet presAssocID="{4EA92AFA-B366-454F-AB73-0195F277721E}" presName="textNode" presStyleLbl="node1" presStyleIdx="3" presStyleCnt="6">
        <dgm:presLayoutVars>
          <dgm:bulletEnabled val="1"/>
        </dgm:presLayoutVars>
      </dgm:prSet>
      <dgm:spPr/>
    </dgm:pt>
    <dgm:pt modelId="{B95DEF1C-52BB-4B32-B3A5-106A67B7EC3B}" type="pres">
      <dgm:prSet presAssocID="{67B45160-B154-4395-B326-0FA70D0BEF97}" presName="sibTrans" presStyleCnt="0"/>
      <dgm:spPr/>
    </dgm:pt>
    <dgm:pt modelId="{A38BA18F-D0BC-4609-8C51-045BE383882D}" type="pres">
      <dgm:prSet presAssocID="{75CB7E01-4B34-4656-86C9-2B4FEBF7A4CB}" presName="textNode" presStyleLbl="node1" presStyleIdx="4" presStyleCnt="6">
        <dgm:presLayoutVars>
          <dgm:bulletEnabled val="1"/>
        </dgm:presLayoutVars>
      </dgm:prSet>
      <dgm:spPr/>
    </dgm:pt>
    <dgm:pt modelId="{69C2525F-7B03-4A91-891A-3B45AF69345B}" type="pres">
      <dgm:prSet presAssocID="{9E8E25B3-B13F-477B-9539-CB22C3CDE0CA}" presName="sibTrans" presStyleCnt="0"/>
      <dgm:spPr/>
    </dgm:pt>
    <dgm:pt modelId="{BD8485BE-10DC-4D48-A992-8FF0BC0CBFF7}" type="pres">
      <dgm:prSet presAssocID="{ADF619F5-0149-493A-9C67-D45F0836F9AB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12D4C701-60A4-4D7C-BA27-C6CC65F5F35D}" srcId="{8AB3801C-E16C-4EB8-921B-82A53607452B}" destId="{75CB7E01-4B34-4656-86C9-2B4FEBF7A4CB}" srcOrd="4" destOrd="0" parTransId="{C8656D79-625A-4D91-B6FE-19A6A679CB11}" sibTransId="{9E8E25B3-B13F-477B-9539-CB22C3CDE0CA}"/>
    <dgm:cxn modelId="{81191830-200A-4C0E-90E8-7A7F9FAA7209}" type="presOf" srcId="{E3FD11AD-AE29-46EA-BE88-AF0DFCB2F75D}" destId="{4D3415E9-30FB-4E55-A973-E8880068CEC1}" srcOrd="0" destOrd="0" presId="urn:microsoft.com/office/officeart/2005/8/layout/hProcess9"/>
    <dgm:cxn modelId="{11A0FE3D-4ADD-417C-B537-4EADBD15308D}" type="presOf" srcId="{8AB3801C-E16C-4EB8-921B-82A53607452B}" destId="{FF154BA8-8479-41CD-9F24-BDE8672351C1}" srcOrd="0" destOrd="0" presId="urn:microsoft.com/office/officeart/2005/8/layout/hProcess9"/>
    <dgm:cxn modelId="{82EC3C47-2DAC-4089-9622-198F7E2CB38A}" type="presOf" srcId="{4EA92AFA-B366-454F-AB73-0195F277721E}" destId="{C182A5CF-A076-4FFA-A5B4-89CF25C13EC8}" srcOrd="0" destOrd="0" presId="urn:microsoft.com/office/officeart/2005/8/layout/hProcess9"/>
    <dgm:cxn modelId="{ABA01068-BE5A-450A-9407-AA1061E0EEA1}" srcId="{8AB3801C-E16C-4EB8-921B-82A53607452B}" destId="{4EA92AFA-B366-454F-AB73-0195F277721E}" srcOrd="3" destOrd="0" parTransId="{70AA8711-15D7-4A92-9736-B0D2739DCD01}" sibTransId="{67B45160-B154-4395-B326-0FA70D0BEF97}"/>
    <dgm:cxn modelId="{44378772-BCDB-4DEE-B0DA-1498C24864A7}" srcId="{8AB3801C-E16C-4EB8-921B-82A53607452B}" destId="{ADF619F5-0149-493A-9C67-D45F0836F9AB}" srcOrd="5" destOrd="0" parTransId="{F803C18B-A432-4B88-9DA0-771B6070E10D}" sibTransId="{6321F8A0-553C-4475-9EDB-8066DD03986E}"/>
    <dgm:cxn modelId="{BEE2F998-3772-465C-915C-361832C1EC93}" type="presOf" srcId="{ADF619F5-0149-493A-9C67-D45F0836F9AB}" destId="{BD8485BE-10DC-4D48-A992-8FF0BC0CBFF7}" srcOrd="0" destOrd="0" presId="urn:microsoft.com/office/officeart/2005/8/layout/hProcess9"/>
    <dgm:cxn modelId="{52C724AE-AC9A-4343-8430-890829EEC273}" type="presOf" srcId="{75CB7E01-4B34-4656-86C9-2B4FEBF7A4CB}" destId="{A38BA18F-D0BC-4609-8C51-045BE383882D}" srcOrd="0" destOrd="0" presId="urn:microsoft.com/office/officeart/2005/8/layout/hProcess9"/>
    <dgm:cxn modelId="{B7C072B4-4125-41B4-8DD0-2E5819FF2301}" srcId="{8AB3801C-E16C-4EB8-921B-82A53607452B}" destId="{E3FD11AD-AE29-46EA-BE88-AF0DFCB2F75D}" srcOrd="0" destOrd="0" parTransId="{39D18E2F-31A9-423F-8E19-1077F0AD92F0}" sibTransId="{899F479C-2564-4105-A88C-AB8BF7140A35}"/>
    <dgm:cxn modelId="{6DF83FB6-F81F-4CC8-BB46-BCA9282C18B7}" type="presOf" srcId="{95FDFA96-6A27-4205-A65A-01C0530B792D}" destId="{90FA87AB-72EF-406C-A9F0-EF5BB4AA8B7A}" srcOrd="0" destOrd="0" presId="urn:microsoft.com/office/officeart/2005/8/layout/hProcess9"/>
    <dgm:cxn modelId="{82EFBEB9-132F-4E9D-BB2A-6A2E81E9AFC4}" srcId="{8AB3801C-E16C-4EB8-921B-82A53607452B}" destId="{95FDFA96-6A27-4205-A65A-01C0530B792D}" srcOrd="1" destOrd="0" parTransId="{74EF0B0F-B6D7-47A5-A85E-A020305D6D81}" sibTransId="{DFECD2E7-228E-46C1-AD77-45D4E2088FC2}"/>
    <dgm:cxn modelId="{8DBB02DA-9085-45DC-B7E5-0D96C57F8971}" srcId="{8AB3801C-E16C-4EB8-921B-82A53607452B}" destId="{D8017FB3-C4D8-4515-B765-D5DB8D4686C1}" srcOrd="2" destOrd="0" parTransId="{35DF0D8F-7144-4E21-93F7-C9044F372690}" sibTransId="{6129F171-D165-4801-8A1D-05EF40AEAAEB}"/>
    <dgm:cxn modelId="{43A78BE0-1AC4-40C6-93C5-AE1F732A24F5}" type="presOf" srcId="{D8017FB3-C4D8-4515-B765-D5DB8D4686C1}" destId="{5ACBD118-A01A-47E3-8B1D-8D5E62FD49A4}" srcOrd="0" destOrd="0" presId="urn:microsoft.com/office/officeart/2005/8/layout/hProcess9"/>
    <dgm:cxn modelId="{0B6824E7-DC16-4CD9-93B5-76FD70B45284}" type="presParOf" srcId="{FF154BA8-8479-41CD-9F24-BDE8672351C1}" destId="{A7DD2EEB-3B76-41FA-9F3B-5530FFDA0D40}" srcOrd="0" destOrd="0" presId="urn:microsoft.com/office/officeart/2005/8/layout/hProcess9"/>
    <dgm:cxn modelId="{12D07D18-85DB-4E5D-9E89-28247C58135A}" type="presParOf" srcId="{FF154BA8-8479-41CD-9F24-BDE8672351C1}" destId="{DA934581-46E0-4227-8AD2-C0942210266E}" srcOrd="1" destOrd="0" presId="urn:microsoft.com/office/officeart/2005/8/layout/hProcess9"/>
    <dgm:cxn modelId="{BEC9185C-A2FA-4C08-8285-C4D7D278F4EC}" type="presParOf" srcId="{DA934581-46E0-4227-8AD2-C0942210266E}" destId="{4D3415E9-30FB-4E55-A973-E8880068CEC1}" srcOrd="0" destOrd="0" presId="urn:microsoft.com/office/officeart/2005/8/layout/hProcess9"/>
    <dgm:cxn modelId="{B028FF62-2143-4E79-B79F-A5226CE30EFD}" type="presParOf" srcId="{DA934581-46E0-4227-8AD2-C0942210266E}" destId="{28460FD8-7064-4B5F-91EC-BF5DADD5749E}" srcOrd="1" destOrd="0" presId="urn:microsoft.com/office/officeart/2005/8/layout/hProcess9"/>
    <dgm:cxn modelId="{3274567D-39B0-4D8E-9CB1-6FBDEFCE9B3A}" type="presParOf" srcId="{DA934581-46E0-4227-8AD2-C0942210266E}" destId="{90FA87AB-72EF-406C-A9F0-EF5BB4AA8B7A}" srcOrd="2" destOrd="0" presId="urn:microsoft.com/office/officeart/2005/8/layout/hProcess9"/>
    <dgm:cxn modelId="{DB6B7109-5DFB-4C12-8712-3B3D39A838A4}" type="presParOf" srcId="{DA934581-46E0-4227-8AD2-C0942210266E}" destId="{560E5222-C282-4D0E-B75D-9C006AC8ABF7}" srcOrd="3" destOrd="0" presId="urn:microsoft.com/office/officeart/2005/8/layout/hProcess9"/>
    <dgm:cxn modelId="{6321E527-BC54-43C2-9B16-C2FD73B55D5A}" type="presParOf" srcId="{DA934581-46E0-4227-8AD2-C0942210266E}" destId="{5ACBD118-A01A-47E3-8B1D-8D5E62FD49A4}" srcOrd="4" destOrd="0" presId="urn:microsoft.com/office/officeart/2005/8/layout/hProcess9"/>
    <dgm:cxn modelId="{437D3C72-A79D-4561-A44F-E64F2CCD590B}" type="presParOf" srcId="{DA934581-46E0-4227-8AD2-C0942210266E}" destId="{96E46442-A190-4887-B33C-2DDFFD9A06A9}" srcOrd="5" destOrd="0" presId="urn:microsoft.com/office/officeart/2005/8/layout/hProcess9"/>
    <dgm:cxn modelId="{142BF940-1455-4334-8D09-F888776D1DA4}" type="presParOf" srcId="{DA934581-46E0-4227-8AD2-C0942210266E}" destId="{C182A5CF-A076-4FFA-A5B4-89CF25C13EC8}" srcOrd="6" destOrd="0" presId="urn:microsoft.com/office/officeart/2005/8/layout/hProcess9"/>
    <dgm:cxn modelId="{619E66C5-3244-4C58-8BC6-82FCC6D52977}" type="presParOf" srcId="{DA934581-46E0-4227-8AD2-C0942210266E}" destId="{B95DEF1C-52BB-4B32-B3A5-106A67B7EC3B}" srcOrd="7" destOrd="0" presId="urn:microsoft.com/office/officeart/2005/8/layout/hProcess9"/>
    <dgm:cxn modelId="{65BC5D81-8318-40DD-A963-38763206D522}" type="presParOf" srcId="{DA934581-46E0-4227-8AD2-C0942210266E}" destId="{A38BA18F-D0BC-4609-8C51-045BE383882D}" srcOrd="8" destOrd="0" presId="urn:microsoft.com/office/officeart/2005/8/layout/hProcess9"/>
    <dgm:cxn modelId="{8E740C30-8701-4313-A570-ADBC98B60569}" type="presParOf" srcId="{DA934581-46E0-4227-8AD2-C0942210266E}" destId="{69C2525F-7B03-4A91-891A-3B45AF69345B}" srcOrd="9" destOrd="0" presId="urn:microsoft.com/office/officeart/2005/8/layout/hProcess9"/>
    <dgm:cxn modelId="{2BD8B04F-0B66-4E6E-BC0B-42F42DCF5D89}" type="presParOf" srcId="{DA934581-46E0-4227-8AD2-C0942210266E}" destId="{BD8485BE-10DC-4D48-A992-8FF0BC0CBFF7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E1FE42-3A8C-43D2-AF26-DA4CE9EEF09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1392BA4-8750-4ACB-B7CC-82744A838C33}">
      <dgm:prSet/>
      <dgm:spPr/>
      <dgm:t>
        <a:bodyPr/>
        <a:lstStyle/>
        <a:p>
          <a:r>
            <a:rPr lang="en-IN"/>
            <a:t>🗨️ User submits a business query</a:t>
          </a:r>
        </a:p>
      </dgm:t>
    </dgm:pt>
    <dgm:pt modelId="{C4E2B94E-343B-4DDA-A85F-010D36BDD0B8}" type="parTrans" cxnId="{159CDE5E-A1F0-4BE3-AC44-3473B8490125}">
      <dgm:prSet/>
      <dgm:spPr/>
      <dgm:t>
        <a:bodyPr/>
        <a:lstStyle/>
        <a:p>
          <a:endParaRPr lang="en-IN"/>
        </a:p>
      </dgm:t>
    </dgm:pt>
    <dgm:pt modelId="{8ABF7244-9CA1-4B8B-A664-564C8E4FD34B}" type="sibTrans" cxnId="{159CDE5E-A1F0-4BE3-AC44-3473B8490125}">
      <dgm:prSet/>
      <dgm:spPr/>
      <dgm:t>
        <a:bodyPr/>
        <a:lstStyle/>
        <a:p>
          <a:endParaRPr lang="en-IN"/>
        </a:p>
      </dgm:t>
    </dgm:pt>
    <dgm:pt modelId="{7F8DA47B-4F4F-4592-B4C6-806A514C263E}">
      <dgm:prSet/>
      <dgm:spPr/>
      <dgm:t>
        <a:bodyPr/>
        <a:lstStyle/>
        <a:p>
          <a:r>
            <a:rPr lang="en-IN"/>
            <a:t>⬇️</a:t>
          </a:r>
        </a:p>
      </dgm:t>
    </dgm:pt>
    <dgm:pt modelId="{778B2A3C-A5D9-4CD7-961D-EAADED0D0D7C}" type="parTrans" cxnId="{DCC78766-9E85-4FF2-B3F0-0105FCA0B401}">
      <dgm:prSet/>
      <dgm:spPr/>
      <dgm:t>
        <a:bodyPr/>
        <a:lstStyle/>
        <a:p>
          <a:endParaRPr lang="en-IN"/>
        </a:p>
      </dgm:t>
    </dgm:pt>
    <dgm:pt modelId="{66C27121-0814-4FE6-B32C-19D238585F32}" type="sibTrans" cxnId="{DCC78766-9E85-4FF2-B3F0-0105FCA0B401}">
      <dgm:prSet/>
      <dgm:spPr/>
      <dgm:t>
        <a:bodyPr/>
        <a:lstStyle/>
        <a:p>
          <a:endParaRPr lang="en-IN"/>
        </a:p>
      </dgm:t>
    </dgm:pt>
    <dgm:pt modelId="{0A645D54-69AA-4325-9102-0FE60201BCD5}">
      <dgm:prSet/>
      <dgm:spPr/>
      <dgm:t>
        <a:bodyPr/>
        <a:lstStyle/>
        <a:p>
          <a:r>
            <a:rPr lang="en-IN"/>
            <a:t>🤖 AI Agent interprets the request</a:t>
          </a:r>
        </a:p>
      </dgm:t>
    </dgm:pt>
    <dgm:pt modelId="{67E6DC0F-4912-4834-ADFC-06BCD4DF1BCE}" type="parTrans" cxnId="{C4FFA0D6-20EB-499F-A42C-195D269A4D1E}">
      <dgm:prSet/>
      <dgm:spPr/>
      <dgm:t>
        <a:bodyPr/>
        <a:lstStyle/>
        <a:p>
          <a:endParaRPr lang="en-IN"/>
        </a:p>
      </dgm:t>
    </dgm:pt>
    <dgm:pt modelId="{59734BB5-0ED9-4A31-9637-A0E8E045FBAE}" type="sibTrans" cxnId="{C4FFA0D6-20EB-499F-A42C-195D269A4D1E}">
      <dgm:prSet/>
      <dgm:spPr/>
      <dgm:t>
        <a:bodyPr/>
        <a:lstStyle/>
        <a:p>
          <a:endParaRPr lang="en-IN"/>
        </a:p>
      </dgm:t>
    </dgm:pt>
    <dgm:pt modelId="{2570F209-430B-40A8-821E-AC0D70AF767A}">
      <dgm:prSet/>
      <dgm:spPr/>
      <dgm:t>
        <a:bodyPr/>
        <a:lstStyle/>
        <a:p>
          <a:r>
            <a:rPr lang="en-IN"/>
            <a:t>⬇️</a:t>
          </a:r>
        </a:p>
      </dgm:t>
    </dgm:pt>
    <dgm:pt modelId="{30C68816-3F3A-4D42-A2B8-CB68F6F15B83}" type="parTrans" cxnId="{367F18FD-6037-4CAD-96D8-BCCD267C0188}">
      <dgm:prSet/>
      <dgm:spPr/>
      <dgm:t>
        <a:bodyPr/>
        <a:lstStyle/>
        <a:p>
          <a:endParaRPr lang="en-IN"/>
        </a:p>
      </dgm:t>
    </dgm:pt>
    <dgm:pt modelId="{2783F5F6-58F3-4CDC-B677-757FE5BF29A0}" type="sibTrans" cxnId="{367F18FD-6037-4CAD-96D8-BCCD267C0188}">
      <dgm:prSet/>
      <dgm:spPr/>
      <dgm:t>
        <a:bodyPr/>
        <a:lstStyle/>
        <a:p>
          <a:endParaRPr lang="en-IN"/>
        </a:p>
      </dgm:t>
    </dgm:pt>
    <dgm:pt modelId="{5D6A506C-ED6B-4234-9D9B-22CE2A4DC305}">
      <dgm:prSet/>
      <dgm:spPr/>
      <dgm:t>
        <a:bodyPr/>
        <a:lstStyle/>
        <a:p>
          <a:r>
            <a:rPr lang="en-IN"/>
            <a:t>🗄️ Database schema and relationship analysis</a:t>
          </a:r>
        </a:p>
      </dgm:t>
    </dgm:pt>
    <dgm:pt modelId="{3E0FD7CD-3FF0-40F2-A39E-03E23D9C5004}" type="parTrans" cxnId="{89CA727D-D372-4566-8A2C-9831232B0F6C}">
      <dgm:prSet/>
      <dgm:spPr/>
      <dgm:t>
        <a:bodyPr/>
        <a:lstStyle/>
        <a:p>
          <a:endParaRPr lang="en-IN"/>
        </a:p>
      </dgm:t>
    </dgm:pt>
    <dgm:pt modelId="{C40D07FD-1503-4265-A651-EB3EF393BC10}" type="sibTrans" cxnId="{89CA727D-D372-4566-8A2C-9831232B0F6C}">
      <dgm:prSet/>
      <dgm:spPr/>
      <dgm:t>
        <a:bodyPr/>
        <a:lstStyle/>
        <a:p>
          <a:endParaRPr lang="en-IN"/>
        </a:p>
      </dgm:t>
    </dgm:pt>
    <dgm:pt modelId="{8935A840-CFF3-454B-ADF1-7403D237523F}">
      <dgm:prSet/>
      <dgm:spPr/>
      <dgm:t>
        <a:bodyPr/>
        <a:lstStyle/>
        <a:p>
          <a:r>
            <a:rPr lang="en-IN"/>
            <a:t>⬇️</a:t>
          </a:r>
        </a:p>
      </dgm:t>
    </dgm:pt>
    <dgm:pt modelId="{506DDB93-494A-4C08-88E9-3351C5041EE4}" type="parTrans" cxnId="{060AFDC4-B1F8-4527-8EF0-A297C6992332}">
      <dgm:prSet/>
      <dgm:spPr/>
      <dgm:t>
        <a:bodyPr/>
        <a:lstStyle/>
        <a:p>
          <a:endParaRPr lang="en-IN"/>
        </a:p>
      </dgm:t>
    </dgm:pt>
    <dgm:pt modelId="{3383CBF9-7CFE-437C-ACB3-E97CD28A5F30}" type="sibTrans" cxnId="{060AFDC4-B1F8-4527-8EF0-A297C6992332}">
      <dgm:prSet/>
      <dgm:spPr/>
      <dgm:t>
        <a:bodyPr/>
        <a:lstStyle/>
        <a:p>
          <a:endParaRPr lang="en-IN"/>
        </a:p>
      </dgm:t>
    </dgm:pt>
    <dgm:pt modelId="{4969992B-5D6B-48BC-BB56-B6DFA9E3D0F1}">
      <dgm:prSet/>
      <dgm:spPr/>
      <dgm:t>
        <a:bodyPr/>
        <a:lstStyle/>
        <a:p>
          <a:r>
            <a:rPr lang="en-IN"/>
            <a:t>🔍 Automatic SQL query generation and execution</a:t>
          </a:r>
        </a:p>
      </dgm:t>
    </dgm:pt>
    <dgm:pt modelId="{4A61ECBC-FE93-4B91-8D4F-3360E37238FA}" type="parTrans" cxnId="{87C3DB60-4A06-4B0D-86BD-FB323381ED7C}">
      <dgm:prSet/>
      <dgm:spPr/>
      <dgm:t>
        <a:bodyPr/>
        <a:lstStyle/>
        <a:p>
          <a:endParaRPr lang="en-IN"/>
        </a:p>
      </dgm:t>
    </dgm:pt>
    <dgm:pt modelId="{262CE036-8473-4B62-A76E-F2ACE6C65F95}" type="sibTrans" cxnId="{87C3DB60-4A06-4B0D-86BD-FB323381ED7C}">
      <dgm:prSet/>
      <dgm:spPr/>
      <dgm:t>
        <a:bodyPr/>
        <a:lstStyle/>
        <a:p>
          <a:endParaRPr lang="en-IN"/>
        </a:p>
      </dgm:t>
    </dgm:pt>
    <dgm:pt modelId="{71CA7561-5941-47D7-9C4D-67A6A0AB5270}">
      <dgm:prSet/>
      <dgm:spPr/>
      <dgm:t>
        <a:bodyPr/>
        <a:lstStyle/>
        <a:p>
          <a:r>
            <a:rPr lang="en-IN"/>
            <a:t>⬇️</a:t>
          </a:r>
        </a:p>
      </dgm:t>
    </dgm:pt>
    <dgm:pt modelId="{2AE8B5AB-BAB0-48F8-BC73-0182D2B951AB}" type="parTrans" cxnId="{7322EAEC-1CDE-4FF1-A312-5E544ACA9345}">
      <dgm:prSet/>
      <dgm:spPr/>
      <dgm:t>
        <a:bodyPr/>
        <a:lstStyle/>
        <a:p>
          <a:endParaRPr lang="en-IN"/>
        </a:p>
      </dgm:t>
    </dgm:pt>
    <dgm:pt modelId="{22E21EDA-3168-4EC7-A8F6-F4335DE5BC2C}" type="sibTrans" cxnId="{7322EAEC-1CDE-4FF1-A312-5E544ACA9345}">
      <dgm:prSet/>
      <dgm:spPr/>
      <dgm:t>
        <a:bodyPr/>
        <a:lstStyle/>
        <a:p>
          <a:endParaRPr lang="en-IN"/>
        </a:p>
      </dgm:t>
    </dgm:pt>
    <dgm:pt modelId="{70D38B75-7F26-494F-8A04-E7E7B5E7EFB3}">
      <dgm:prSet/>
      <dgm:spPr/>
      <dgm:t>
        <a:bodyPr/>
        <a:lstStyle/>
        <a:p>
          <a:r>
            <a:rPr lang="en-IN"/>
            <a:t>📊 Data aggregation and business analysis</a:t>
          </a:r>
        </a:p>
      </dgm:t>
    </dgm:pt>
    <dgm:pt modelId="{13360627-88F5-4FA7-8B6C-0D08E14380C3}" type="parTrans" cxnId="{78423685-4825-4B59-ADD8-EB11C90D7D9F}">
      <dgm:prSet/>
      <dgm:spPr/>
      <dgm:t>
        <a:bodyPr/>
        <a:lstStyle/>
        <a:p>
          <a:endParaRPr lang="en-IN"/>
        </a:p>
      </dgm:t>
    </dgm:pt>
    <dgm:pt modelId="{79D97751-98BF-452B-ADD5-73167EBD097F}" type="sibTrans" cxnId="{78423685-4825-4B59-ADD8-EB11C90D7D9F}">
      <dgm:prSet/>
      <dgm:spPr/>
      <dgm:t>
        <a:bodyPr/>
        <a:lstStyle/>
        <a:p>
          <a:endParaRPr lang="en-IN"/>
        </a:p>
      </dgm:t>
    </dgm:pt>
    <dgm:pt modelId="{B9D3D584-F557-46D1-A5DD-3E7E160C7D70}">
      <dgm:prSet/>
      <dgm:spPr/>
      <dgm:t>
        <a:bodyPr/>
        <a:lstStyle/>
        <a:p>
          <a:r>
            <a:rPr lang="en-IN"/>
            <a:t>⬇️</a:t>
          </a:r>
        </a:p>
      </dgm:t>
    </dgm:pt>
    <dgm:pt modelId="{70DEF776-2896-424F-8FD0-98189A93A7EE}" type="parTrans" cxnId="{112B7839-A31E-4753-998E-DCDD477EB141}">
      <dgm:prSet/>
      <dgm:spPr/>
      <dgm:t>
        <a:bodyPr/>
        <a:lstStyle/>
        <a:p>
          <a:endParaRPr lang="en-IN"/>
        </a:p>
      </dgm:t>
    </dgm:pt>
    <dgm:pt modelId="{9D5E5DBC-DB14-44F0-8B24-61B475777137}" type="sibTrans" cxnId="{112B7839-A31E-4753-998E-DCDD477EB141}">
      <dgm:prSet/>
      <dgm:spPr/>
      <dgm:t>
        <a:bodyPr/>
        <a:lstStyle/>
        <a:p>
          <a:endParaRPr lang="en-IN"/>
        </a:p>
      </dgm:t>
    </dgm:pt>
    <dgm:pt modelId="{2FC671EB-CFE0-46B3-947B-C662905C2C6B}">
      <dgm:prSet/>
      <dgm:spPr/>
      <dgm:t>
        <a:bodyPr/>
        <a:lstStyle/>
        <a:p>
          <a:r>
            <a:rPr lang="en-IN"/>
            <a:t>📈 Dashboard and report generation</a:t>
          </a:r>
        </a:p>
      </dgm:t>
    </dgm:pt>
    <dgm:pt modelId="{5CA972FE-9044-4AAC-87A7-C178DCBC99C4}" type="parTrans" cxnId="{9F343128-762A-49A5-AC3A-A6600AA6BE1A}">
      <dgm:prSet/>
      <dgm:spPr/>
      <dgm:t>
        <a:bodyPr/>
        <a:lstStyle/>
        <a:p>
          <a:endParaRPr lang="en-IN"/>
        </a:p>
      </dgm:t>
    </dgm:pt>
    <dgm:pt modelId="{6B6915E6-4CAA-4CC4-8770-670EE2C1303B}" type="sibTrans" cxnId="{9F343128-762A-49A5-AC3A-A6600AA6BE1A}">
      <dgm:prSet/>
      <dgm:spPr/>
      <dgm:t>
        <a:bodyPr/>
        <a:lstStyle/>
        <a:p>
          <a:endParaRPr lang="en-IN"/>
        </a:p>
      </dgm:t>
    </dgm:pt>
    <dgm:pt modelId="{C7260841-FC13-4579-BE35-9706E73896D2}">
      <dgm:prSet/>
      <dgm:spPr/>
      <dgm:t>
        <a:bodyPr/>
        <a:lstStyle/>
        <a:p>
          <a:r>
            <a:rPr lang="en-IN"/>
            <a:t>⬇️</a:t>
          </a:r>
        </a:p>
      </dgm:t>
    </dgm:pt>
    <dgm:pt modelId="{85A68F53-F716-42A7-A469-84E745569A17}" type="parTrans" cxnId="{4E281001-26BF-4EF4-BBB6-DF3D9444E76B}">
      <dgm:prSet/>
      <dgm:spPr/>
      <dgm:t>
        <a:bodyPr/>
        <a:lstStyle/>
        <a:p>
          <a:endParaRPr lang="en-IN"/>
        </a:p>
      </dgm:t>
    </dgm:pt>
    <dgm:pt modelId="{AEB9F297-7A07-436B-9709-1C160E211D94}" type="sibTrans" cxnId="{4E281001-26BF-4EF4-BBB6-DF3D9444E76B}">
      <dgm:prSet/>
      <dgm:spPr/>
      <dgm:t>
        <a:bodyPr/>
        <a:lstStyle/>
        <a:p>
          <a:endParaRPr lang="en-IN"/>
        </a:p>
      </dgm:t>
    </dgm:pt>
    <dgm:pt modelId="{C24811FE-58EF-49DA-BF91-715DCFBB8D97}">
      <dgm:prSet/>
      <dgm:spPr/>
      <dgm:t>
        <a:bodyPr/>
        <a:lstStyle/>
        <a:p>
          <a:r>
            <a:rPr lang="en-IN"/>
            <a:t>🌐 Interactive HTML Dashboard Output</a:t>
          </a:r>
        </a:p>
      </dgm:t>
    </dgm:pt>
    <dgm:pt modelId="{CB7DAC0E-A786-4AD9-BE2B-0B20C9E790D1}" type="parTrans" cxnId="{7584A0D1-445C-499F-B043-185E5EE140F3}">
      <dgm:prSet/>
      <dgm:spPr/>
      <dgm:t>
        <a:bodyPr/>
        <a:lstStyle/>
        <a:p>
          <a:endParaRPr lang="en-IN"/>
        </a:p>
      </dgm:t>
    </dgm:pt>
    <dgm:pt modelId="{C4875D7B-56FA-448B-B1A9-1A09B63A4887}" type="sibTrans" cxnId="{7584A0D1-445C-499F-B043-185E5EE140F3}">
      <dgm:prSet/>
      <dgm:spPr/>
      <dgm:t>
        <a:bodyPr/>
        <a:lstStyle/>
        <a:p>
          <a:endParaRPr lang="en-IN"/>
        </a:p>
      </dgm:t>
    </dgm:pt>
    <dgm:pt modelId="{A5A5976A-C008-49A0-9BC3-DA1E65E27CE8}">
      <dgm:prSet/>
      <dgm:spPr/>
      <dgm:t>
        <a:bodyPr/>
        <a:lstStyle/>
        <a:p>
          <a:r>
            <a:rPr lang="en-IN" b="1"/>
            <a:t>Platform Used</a:t>
          </a:r>
          <a:endParaRPr lang="en-IN"/>
        </a:p>
      </dgm:t>
    </dgm:pt>
    <dgm:pt modelId="{DDF9CA61-DAAF-425A-B74A-88454A34D874}" type="parTrans" cxnId="{0A8A4792-D377-49A0-A967-A7787170054C}">
      <dgm:prSet/>
      <dgm:spPr/>
      <dgm:t>
        <a:bodyPr/>
        <a:lstStyle/>
        <a:p>
          <a:endParaRPr lang="en-IN"/>
        </a:p>
      </dgm:t>
    </dgm:pt>
    <dgm:pt modelId="{CF396F1A-28A1-4FC0-95B8-5B406CF1AA0E}" type="sibTrans" cxnId="{0A8A4792-D377-49A0-A967-A7787170054C}">
      <dgm:prSet/>
      <dgm:spPr/>
      <dgm:t>
        <a:bodyPr/>
        <a:lstStyle/>
        <a:p>
          <a:endParaRPr lang="en-IN"/>
        </a:p>
      </dgm:t>
    </dgm:pt>
    <dgm:pt modelId="{14C61F63-B105-4240-A28B-DE5AA4B6D2D0}">
      <dgm:prSet/>
      <dgm:spPr/>
      <dgm:t>
        <a:bodyPr/>
        <a:lstStyle/>
        <a:p>
          <a:r>
            <a:rPr lang="en-IN" b="1"/>
            <a:t>n8n Workflow Automation</a:t>
          </a:r>
          <a:endParaRPr lang="en-IN"/>
        </a:p>
      </dgm:t>
    </dgm:pt>
    <dgm:pt modelId="{6F9E26C7-0F6A-45A9-8724-A37883A840D9}" type="parTrans" cxnId="{D06B0960-076D-4160-9A7C-B7F179F7525D}">
      <dgm:prSet/>
      <dgm:spPr/>
      <dgm:t>
        <a:bodyPr/>
        <a:lstStyle/>
        <a:p>
          <a:endParaRPr lang="en-IN"/>
        </a:p>
      </dgm:t>
    </dgm:pt>
    <dgm:pt modelId="{83C8F27A-979B-4759-B144-23C38685BA3F}" type="sibTrans" cxnId="{D06B0960-076D-4160-9A7C-B7F179F7525D}">
      <dgm:prSet/>
      <dgm:spPr/>
      <dgm:t>
        <a:bodyPr/>
        <a:lstStyle/>
        <a:p>
          <a:endParaRPr lang="en-IN"/>
        </a:p>
      </dgm:t>
    </dgm:pt>
    <dgm:pt modelId="{BFCBCCCA-A14B-4433-A445-9DB360282A79}">
      <dgm:prSet/>
      <dgm:spPr/>
      <dgm:t>
        <a:bodyPr/>
        <a:lstStyle/>
        <a:p>
          <a:endParaRPr lang="en-IN"/>
        </a:p>
      </dgm:t>
    </dgm:pt>
    <dgm:pt modelId="{45597E11-B0FF-4C85-B0A1-80D57963AA4C}" type="parTrans" cxnId="{D043F90C-FD53-4DD9-A207-E8F8BAA696F3}">
      <dgm:prSet/>
      <dgm:spPr/>
      <dgm:t>
        <a:bodyPr/>
        <a:lstStyle/>
        <a:p>
          <a:endParaRPr lang="en-IN"/>
        </a:p>
      </dgm:t>
    </dgm:pt>
    <dgm:pt modelId="{E274E1C0-57A0-415F-9764-58D1531DBC4F}" type="sibTrans" cxnId="{D043F90C-FD53-4DD9-A207-E8F8BAA696F3}">
      <dgm:prSet/>
      <dgm:spPr/>
      <dgm:t>
        <a:bodyPr/>
        <a:lstStyle/>
        <a:p>
          <a:endParaRPr lang="en-IN"/>
        </a:p>
      </dgm:t>
    </dgm:pt>
    <dgm:pt modelId="{C51AF903-CEDF-4342-81ED-3F7A46B02181}">
      <dgm:prSet/>
      <dgm:spPr/>
      <dgm:t>
        <a:bodyPr/>
        <a:lstStyle/>
        <a:p>
          <a:r>
            <a:rPr lang="en-IN" b="1"/>
            <a:t>Slide 5 – Output</a:t>
          </a:r>
          <a:endParaRPr lang="en-IN"/>
        </a:p>
      </dgm:t>
    </dgm:pt>
    <dgm:pt modelId="{B7DC4260-B8DA-4E88-8A20-2113CF5B83C0}" type="parTrans" cxnId="{6542BFE8-3246-405D-A0CB-D782C142780C}">
      <dgm:prSet/>
      <dgm:spPr/>
      <dgm:t>
        <a:bodyPr/>
        <a:lstStyle/>
        <a:p>
          <a:endParaRPr lang="en-IN"/>
        </a:p>
      </dgm:t>
    </dgm:pt>
    <dgm:pt modelId="{711880B4-CA04-49A0-BE55-89BEE4BAA149}" type="sibTrans" cxnId="{6542BFE8-3246-405D-A0CB-D782C142780C}">
      <dgm:prSet/>
      <dgm:spPr/>
      <dgm:t>
        <a:bodyPr/>
        <a:lstStyle/>
        <a:p>
          <a:endParaRPr lang="en-IN"/>
        </a:p>
      </dgm:t>
    </dgm:pt>
    <dgm:pt modelId="{B7AB7410-F04C-49A4-86C8-9CD69896A532}">
      <dgm:prSet/>
      <dgm:spPr/>
      <dgm:t>
        <a:bodyPr/>
        <a:lstStyle/>
        <a:p>
          <a:r>
            <a:rPr lang="en-IN" b="1"/>
            <a:t>System Output</a:t>
          </a:r>
          <a:endParaRPr lang="en-IN"/>
        </a:p>
      </dgm:t>
    </dgm:pt>
    <dgm:pt modelId="{9BBBF6EB-62DA-45BA-9BE7-F48E08829C7B}" type="parTrans" cxnId="{4E383760-BBE4-436B-AE16-0B2B9FB71FE4}">
      <dgm:prSet/>
      <dgm:spPr/>
      <dgm:t>
        <a:bodyPr/>
        <a:lstStyle/>
        <a:p>
          <a:endParaRPr lang="en-IN"/>
        </a:p>
      </dgm:t>
    </dgm:pt>
    <dgm:pt modelId="{60BA72FA-42C6-4D15-8BB1-D727B8B0BCBA}" type="sibTrans" cxnId="{4E383760-BBE4-436B-AE16-0B2B9FB71FE4}">
      <dgm:prSet/>
      <dgm:spPr/>
      <dgm:t>
        <a:bodyPr/>
        <a:lstStyle/>
        <a:p>
          <a:endParaRPr lang="en-IN"/>
        </a:p>
      </dgm:t>
    </dgm:pt>
    <dgm:pt modelId="{DB90F7B9-47ED-4263-AE08-DFB4D8AD746B}">
      <dgm:prSet/>
      <dgm:spPr/>
      <dgm:t>
        <a:bodyPr/>
        <a:lstStyle/>
        <a:p>
          <a:r>
            <a:rPr lang="en-IN" b="1"/>
            <a:t>Sample Queries</a:t>
          </a:r>
          <a:endParaRPr lang="en-IN"/>
        </a:p>
      </dgm:t>
    </dgm:pt>
    <dgm:pt modelId="{810DE7FD-E046-4A44-B7F4-3556578810A7}" type="parTrans" cxnId="{3A7C37F4-6877-4CDC-83E5-1A9AB57BA873}">
      <dgm:prSet/>
      <dgm:spPr/>
      <dgm:t>
        <a:bodyPr/>
        <a:lstStyle/>
        <a:p>
          <a:endParaRPr lang="en-IN"/>
        </a:p>
      </dgm:t>
    </dgm:pt>
    <dgm:pt modelId="{73B5006E-36AE-48F5-B4C0-C09135C644E1}" type="sibTrans" cxnId="{3A7C37F4-6877-4CDC-83E5-1A9AB57BA873}">
      <dgm:prSet/>
      <dgm:spPr/>
      <dgm:t>
        <a:bodyPr/>
        <a:lstStyle/>
        <a:p>
          <a:endParaRPr lang="en-IN"/>
        </a:p>
      </dgm:t>
    </dgm:pt>
    <dgm:pt modelId="{8E1DE876-EACE-43F6-8A4C-BB74757F124B}">
      <dgm:prSet/>
      <dgm:spPr/>
      <dgm:t>
        <a:bodyPr/>
        <a:lstStyle/>
        <a:p>
          <a:r>
            <a:rPr lang="en-IN"/>
            <a:t>What is the highest-selling product? </a:t>
          </a:r>
        </a:p>
      </dgm:t>
    </dgm:pt>
    <dgm:pt modelId="{0679DEF2-751D-464C-874F-09A1FD027CFD}" type="parTrans" cxnId="{91418920-47F4-4B47-9FEB-5E13484E0909}">
      <dgm:prSet/>
      <dgm:spPr/>
      <dgm:t>
        <a:bodyPr/>
        <a:lstStyle/>
        <a:p>
          <a:endParaRPr lang="en-IN"/>
        </a:p>
      </dgm:t>
    </dgm:pt>
    <dgm:pt modelId="{ADD200F6-EB72-4207-B6C5-8C20AA3A0E79}" type="sibTrans" cxnId="{91418920-47F4-4B47-9FEB-5E13484E0909}">
      <dgm:prSet/>
      <dgm:spPr/>
      <dgm:t>
        <a:bodyPr/>
        <a:lstStyle/>
        <a:p>
          <a:endParaRPr lang="en-IN"/>
        </a:p>
      </dgm:t>
    </dgm:pt>
    <dgm:pt modelId="{7E66581A-64E2-4B51-A71B-DB1B968564EF}">
      <dgm:prSet/>
      <dgm:spPr/>
      <dgm:t>
        <a:bodyPr/>
        <a:lstStyle/>
        <a:p>
          <a:r>
            <a:rPr lang="en-IN"/>
            <a:t>Which region generated the highest revenue? </a:t>
          </a:r>
        </a:p>
      </dgm:t>
    </dgm:pt>
    <dgm:pt modelId="{6C8A216F-D2DF-49EB-B7E3-6F585F0A0BD4}" type="parTrans" cxnId="{3CF02ED8-0BA0-4C1E-8A58-B4C396B066A8}">
      <dgm:prSet/>
      <dgm:spPr/>
      <dgm:t>
        <a:bodyPr/>
        <a:lstStyle/>
        <a:p>
          <a:endParaRPr lang="en-IN"/>
        </a:p>
      </dgm:t>
    </dgm:pt>
    <dgm:pt modelId="{109C112E-9C04-4B67-8F69-8A5A872A4A15}" type="sibTrans" cxnId="{3CF02ED8-0BA0-4C1E-8A58-B4C396B066A8}">
      <dgm:prSet/>
      <dgm:spPr/>
      <dgm:t>
        <a:bodyPr/>
        <a:lstStyle/>
        <a:p>
          <a:endParaRPr lang="en-IN"/>
        </a:p>
      </dgm:t>
    </dgm:pt>
    <dgm:pt modelId="{A77E65FA-806F-490E-AECE-643E09B1DE4A}">
      <dgm:prSet/>
      <dgm:spPr/>
      <dgm:t>
        <a:bodyPr/>
        <a:lstStyle/>
        <a:p>
          <a:r>
            <a:rPr lang="en-IN"/>
            <a:t>What are the monthly sales trends? </a:t>
          </a:r>
        </a:p>
      </dgm:t>
    </dgm:pt>
    <dgm:pt modelId="{C190E751-31F1-4D70-9395-95A0AFDF45DE}" type="parTrans" cxnId="{4AD0E81E-2612-4F6C-A4CB-CEE1A324471D}">
      <dgm:prSet/>
      <dgm:spPr/>
      <dgm:t>
        <a:bodyPr/>
        <a:lstStyle/>
        <a:p>
          <a:endParaRPr lang="en-IN"/>
        </a:p>
      </dgm:t>
    </dgm:pt>
    <dgm:pt modelId="{5146624E-D97D-48D2-BF4B-713555EAF182}" type="sibTrans" cxnId="{4AD0E81E-2612-4F6C-A4CB-CEE1A324471D}">
      <dgm:prSet/>
      <dgm:spPr/>
      <dgm:t>
        <a:bodyPr/>
        <a:lstStyle/>
        <a:p>
          <a:endParaRPr lang="en-IN"/>
        </a:p>
      </dgm:t>
    </dgm:pt>
    <dgm:pt modelId="{AF4A84F9-E5B0-4AD4-987E-2DC2BC2266B8}">
      <dgm:prSet/>
      <dgm:spPr/>
      <dgm:t>
        <a:bodyPr/>
        <a:lstStyle/>
        <a:p>
          <a:r>
            <a:rPr lang="en-IN" b="1"/>
            <a:t>Generated Output</a:t>
          </a:r>
          <a:endParaRPr lang="en-IN"/>
        </a:p>
      </dgm:t>
    </dgm:pt>
    <dgm:pt modelId="{4CCA5DA5-1974-4B6B-9D6A-2C52C7E35C3F}" type="parTrans" cxnId="{55D13FDB-51D0-472D-8AFB-4FCB53DB6EB1}">
      <dgm:prSet/>
      <dgm:spPr/>
      <dgm:t>
        <a:bodyPr/>
        <a:lstStyle/>
        <a:p>
          <a:endParaRPr lang="en-IN"/>
        </a:p>
      </dgm:t>
    </dgm:pt>
    <dgm:pt modelId="{EFD3F9DB-001E-48F5-A5AD-AF81325AA993}" type="sibTrans" cxnId="{55D13FDB-51D0-472D-8AFB-4FCB53DB6EB1}">
      <dgm:prSet/>
      <dgm:spPr/>
      <dgm:t>
        <a:bodyPr/>
        <a:lstStyle/>
        <a:p>
          <a:endParaRPr lang="en-IN"/>
        </a:p>
      </dgm:t>
    </dgm:pt>
    <dgm:pt modelId="{92157D6B-7738-48A1-9FD3-EE7A2D976CD9}">
      <dgm:prSet/>
      <dgm:spPr/>
      <dgm:t>
        <a:bodyPr/>
        <a:lstStyle/>
        <a:p>
          <a:r>
            <a:rPr lang="en-IN"/>
            <a:t>📊 Interactive HTML Dashboard</a:t>
          </a:r>
        </a:p>
      </dgm:t>
    </dgm:pt>
    <dgm:pt modelId="{D467CD3F-2FBE-4F25-9EF1-3A9491A795A5}" type="parTrans" cxnId="{7392A7DE-B4BA-4651-8A8E-6E882EA76033}">
      <dgm:prSet/>
      <dgm:spPr/>
      <dgm:t>
        <a:bodyPr/>
        <a:lstStyle/>
        <a:p>
          <a:endParaRPr lang="en-IN"/>
        </a:p>
      </dgm:t>
    </dgm:pt>
    <dgm:pt modelId="{80DCE92E-EBC2-4897-9E11-5F7EB124FD1A}" type="sibTrans" cxnId="{7392A7DE-B4BA-4651-8A8E-6E882EA76033}">
      <dgm:prSet/>
      <dgm:spPr/>
      <dgm:t>
        <a:bodyPr/>
        <a:lstStyle/>
        <a:p>
          <a:endParaRPr lang="en-IN"/>
        </a:p>
      </dgm:t>
    </dgm:pt>
    <dgm:pt modelId="{A0A2CE28-0D86-4769-8627-646C618BFE83}">
      <dgm:prSet/>
      <dgm:spPr/>
      <dgm:t>
        <a:bodyPr/>
        <a:lstStyle/>
        <a:p>
          <a:r>
            <a:rPr lang="en-IN"/>
            <a:t>📈 Business Performance Analysis</a:t>
          </a:r>
        </a:p>
      </dgm:t>
    </dgm:pt>
    <dgm:pt modelId="{74B40C36-1DCC-41C9-B7A0-8D0015C54B94}" type="parTrans" cxnId="{09DD53FA-6052-4BAB-8C6A-CD4414396371}">
      <dgm:prSet/>
      <dgm:spPr/>
      <dgm:t>
        <a:bodyPr/>
        <a:lstStyle/>
        <a:p>
          <a:endParaRPr lang="en-IN"/>
        </a:p>
      </dgm:t>
    </dgm:pt>
    <dgm:pt modelId="{387941B6-3821-4BFC-8F4D-65EA442B4E88}" type="sibTrans" cxnId="{09DD53FA-6052-4BAB-8C6A-CD4414396371}">
      <dgm:prSet/>
      <dgm:spPr/>
      <dgm:t>
        <a:bodyPr/>
        <a:lstStyle/>
        <a:p>
          <a:endParaRPr lang="en-IN"/>
        </a:p>
      </dgm:t>
    </dgm:pt>
    <dgm:pt modelId="{F67B36D1-E078-4BB2-BEB6-923215B1E3EA}">
      <dgm:prSet/>
      <dgm:spPr/>
      <dgm:t>
        <a:bodyPr/>
        <a:lstStyle/>
        <a:p>
          <a:r>
            <a:rPr lang="en-IN"/>
            <a:t>📋 Automated Reports</a:t>
          </a:r>
        </a:p>
      </dgm:t>
    </dgm:pt>
    <dgm:pt modelId="{D2672FCF-C5BF-42A0-B7D3-E066679C2C82}" type="parTrans" cxnId="{925592AF-330C-426C-A806-49FCEDF2059D}">
      <dgm:prSet/>
      <dgm:spPr/>
      <dgm:t>
        <a:bodyPr/>
        <a:lstStyle/>
        <a:p>
          <a:endParaRPr lang="en-IN"/>
        </a:p>
      </dgm:t>
    </dgm:pt>
    <dgm:pt modelId="{438EF156-3ED4-417A-A22C-AAB80C427FC5}" type="sibTrans" cxnId="{925592AF-330C-426C-A806-49FCEDF2059D}">
      <dgm:prSet/>
      <dgm:spPr/>
      <dgm:t>
        <a:bodyPr/>
        <a:lstStyle/>
        <a:p>
          <a:endParaRPr lang="en-IN"/>
        </a:p>
      </dgm:t>
    </dgm:pt>
    <dgm:pt modelId="{67EB7732-209E-41EF-8E6B-0C1A910A5D72}">
      <dgm:prSet/>
      <dgm:spPr/>
      <dgm:t>
        <a:bodyPr/>
        <a:lstStyle/>
        <a:p>
          <a:r>
            <a:rPr lang="en-IN"/>
            <a:t>💡 Actionable Business Insights</a:t>
          </a:r>
        </a:p>
      </dgm:t>
    </dgm:pt>
    <dgm:pt modelId="{9684BEC0-F70E-44F4-99C0-1B36AFF40DD9}" type="parTrans" cxnId="{029CD1AF-B8BA-40AD-BB2C-5372F2939B11}">
      <dgm:prSet/>
      <dgm:spPr/>
      <dgm:t>
        <a:bodyPr/>
        <a:lstStyle/>
        <a:p>
          <a:endParaRPr lang="en-IN"/>
        </a:p>
      </dgm:t>
    </dgm:pt>
    <dgm:pt modelId="{3AB033DC-6283-41DF-9D3B-37F58A5E91A1}" type="sibTrans" cxnId="{029CD1AF-B8BA-40AD-BB2C-5372F2939B11}">
      <dgm:prSet/>
      <dgm:spPr/>
      <dgm:t>
        <a:bodyPr/>
        <a:lstStyle/>
        <a:p>
          <a:endParaRPr lang="en-IN"/>
        </a:p>
      </dgm:t>
    </dgm:pt>
    <dgm:pt modelId="{421BD2FD-532D-4F91-88B8-39E0ACFDC896}">
      <dgm:prSet/>
      <dgm:spPr/>
      <dgm:t>
        <a:bodyPr/>
        <a:lstStyle/>
        <a:p>
          <a:r>
            <a:rPr lang="en-IN" b="1"/>
            <a:t>Result</a:t>
          </a:r>
          <a:endParaRPr lang="en-IN"/>
        </a:p>
      </dgm:t>
    </dgm:pt>
    <dgm:pt modelId="{1EEE44C3-6B7C-4F2E-AD1E-7CA59C88F195}" type="parTrans" cxnId="{D7D7D1B9-DE6D-421C-A74E-46A4FF88EA55}">
      <dgm:prSet/>
      <dgm:spPr/>
      <dgm:t>
        <a:bodyPr/>
        <a:lstStyle/>
        <a:p>
          <a:endParaRPr lang="en-IN"/>
        </a:p>
      </dgm:t>
    </dgm:pt>
    <dgm:pt modelId="{146BC1B4-E1A1-4646-82E8-8ACD9B103C98}" type="sibTrans" cxnId="{D7D7D1B9-DE6D-421C-A74E-46A4FF88EA55}">
      <dgm:prSet/>
      <dgm:spPr/>
      <dgm:t>
        <a:bodyPr/>
        <a:lstStyle/>
        <a:p>
          <a:endParaRPr lang="en-IN"/>
        </a:p>
      </dgm:t>
    </dgm:pt>
    <dgm:pt modelId="{E7B0D0A0-EFB1-4F59-B282-6728682EFF72}">
      <dgm:prSet/>
      <dgm:spPr/>
      <dgm:t>
        <a:bodyPr/>
        <a:lstStyle/>
        <a:p>
          <a:r>
            <a:rPr lang="en-IN"/>
            <a:t>Users receive accurate and real-time insights without manual report generation.</a:t>
          </a:r>
        </a:p>
      </dgm:t>
    </dgm:pt>
    <dgm:pt modelId="{AFF1D556-5969-4913-AD35-A2DFA084762D}" type="parTrans" cxnId="{691E63EB-510B-4851-8F38-462523BF8BF2}">
      <dgm:prSet/>
      <dgm:spPr/>
      <dgm:t>
        <a:bodyPr/>
        <a:lstStyle/>
        <a:p>
          <a:endParaRPr lang="en-IN"/>
        </a:p>
      </dgm:t>
    </dgm:pt>
    <dgm:pt modelId="{906EAA17-3501-41B2-959A-C18CAFBD9E8F}" type="sibTrans" cxnId="{691E63EB-510B-4851-8F38-462523BF8BF2}">
      <dgm:prSet/>
      <dgm:spPr/>
      <dgm:t>
        <a:bodyPr/>
        <a:lstStyle/>
        <a:p>
          <a:endParaRPr lang="en-IN"/>
        </a:p>
      </dgm:t>
    </dgm:pt>
    <dgm:pt modelId="{76B92785-8FB1-4B40-8103-DA877E2ACA51}">
      <dgm:prSet/>
      <dgm:spPr/>
      <dgm:t>
        <a:bodyPr/>
        <a:lstStyle/>
        <a:p>
          <a:r>
            <a:rPr lang="en-IN" i="1"/>
            <a:t>(Insert your HTML dashboard screenshot here.)</a:t>
          </a:r>
          <a:endParaRPr lang="en-IN"/>
        </a:p>
      </dgm:t>
    </dgm:pt>
    <dgm:pt modelId="{F2775292-464E-4E3E-9420-F75B3D80483B}" type="parTrans" cxnId="{EB13E592-0319-46D5-8860-5D2601828700}">
      <dgm:prSet/>
      <dgm:spPr/>
      <dgm:t>
        <a:bodyPr/>
        <a:lstStyle/>
        <a:p>
          <a:endParaRPr lang="en-IN"/>
        </a:p>
      </dgm:t>
    </dgm:pt>
    <dgm:pt modelId="{632BF7A3-5F78-4D07-85FA-4045126D0EEE}" type="sibTrans" cxnId="{EB13E592-0319-46D5-8860-5D2601828700}">
      <dgm:prSet/>
      <dgm:spPr/>
      <dgm:t>
        <a:bodyPr/>
        <a:lstStyle/>
        <a:p>
          <a:endParaRPr lang="en-IN"/>
        </a:p>
      </dgm:t>
    </dgm:pt>
    <dgm:pt modelId="{215ADA86-3F19-4978-A0CC-51A6ADAC643B}">
      <dgm:prSet/>
      <dgm:spPr/>
      <dgm:t>
        <a:bodyPr/>
        <a:lstStyle/>
        <a:p>
          <a:endParaRPr lang="en-IN"/>
        </a:p>
      </dgm:t>
    </dgm:pt>
    <dgm:pt modelId="{8FC6D477-8E9E-4E34-8C05-8D7B181A07F3}" type="parTrans" cxnId="{90A83BE7-28C8-4F2F-8255-C2311F7F55F2}">
      <dgm:prSet/>
      <dgm:spPr/>
      <dgm:t>
        <a:bodyPr/>
        <a:lstStyle/>
        <a:p>
          <a:endParaRPr lang="en-IN"/>
        </a:p>
      </dgm:t>
    </dgm:pt>
    <dgm:pt modelId="{6E763595-0419-4EB8-8274-4B5CB1848D40}" type="sibTrans" cxnId="{90A83BE7-28C8-4F2F-8255-C2311F7F55F2}">
      <dgm:prSet/>
      <dgm:spPr/>
      <dgm:t>
        <a:bodyPr/>
        <a:lstStyle/>
        <a:p>
          <a:endParaRPr lang="en-IN"/>
        </a:p>
      </dgm:t>
    </dgm:pt>
    <dgm:pt modelId="{F1B4D988-3087-457D-A626-1618802577B8}">
      <dgm:prSet/>
      <dgm:spPr/>
      <dgm:t>
        <a:bodyPr/>
        <a:lstStyle/>
        <a:p>
          <a:r>
            <a:rPr lang="en-IN" b="1"/>
            <a:t>Slide 6 – Conclusion</a:t>
          </a:r>
          <a:endParaRPr lang="en-IN"/>
        </a:p>
      </dgm:t>
    </dgm:pt>
    <dgm:pt modelId="{54D18001-D932-4F23-9591-83342E9BDE16}" type="parTrans" cxnId="{AD202936-D5CD-4557-869F-759C0B4B9E50}">
      <dgm:prSet/>
      <dgm:spPr/>
      <dgm:t>
        <a:bodyPr/>
        <a:lstStyle/>
        <a:p>
          <a:endParaRPr lang="en-IN"/>
        </a:p>
      </dgm:t>
    </dgm:pt>
    <dgm:pt modelId="{13495876-B553-4A75-B995-4C1053F2EC1F}" type="sibTrans" cxnId="{AD202936-D5CD-4557-869F-759C0B4B9E50}">
      <dgm:prSet/>
      <dgm:spPr/>
      <dgm:t>
        <a:bodyPr/>
        <a:lstStyle/>
        <a:p>
          <a:endParaRPr lang="en-IN"/>
        </a:p>
      </dgm:t>
    </dgm:pt>
    <dgm:pt modelId="{92260179-412F-4DFB-B3E6-D37ADFAB4682}">
      <dgm:prSet/>
      <dgm:spPr/>
      <dgm:t>
        <a:bodyPr/>
        <a:lstStyle/>
        <a:p>
          <a:r>
            <a:rPr lang="en-IN" b="1"/>
            <a:t>Conclusion</a:t>
          </a:r>
          <a:endParaRPr lang="en-IN"/>
        </a:p>
      </dgm:t>
    </dgm:pt>
    <dgm:pt modelId="{422ED817-C12C-47AA-BF88-535FB31A7131}" type="parTrans" cxnId="{FBB863B7-52D0-484B-A2E7-56D2B24B8F01}">
      <dgm:prSet/>
      <dgm:spPr/>
      <dgm:t>
        <a:bodyPr/>
        <a:lstStyle/>
        <a:p>
          <a:endParaRPr lang="en-IN"/>
        </a:p>
      </dgm:t>
    </dgm:pt>
    <dgm:pt modelId="{5FEBAA51-488D-4741-BFE8-C4DCE4FB12D3}" type="sibTrans" cxnId="{FBB863B7-52D0-484B-A2E7-56D2B24B8F01}">
      <dgm:prSet/>
      <dgm:spPr/>
      <dgm:t>
        <a:bodyPr/>
        <a:lstStyle/>
        <a:p>
          <a:endParaRPr lang="en-IN"/>
        </a:p>
      </dgm:t>
    </dgm:pt>
    <dgm:pt modelId="{54931DA9-A9B3-4611-914C-2C6C3F96FFFD}">
      <dgm:prSet/>
      <dgm:spPr/>
      <dgm:t>
        <a:bodyPr/>
        <a:lstStyle/>
        <a:p>
          <a:r>
            <a:rPr lang="en-IN"/>
            <a:t>✅ Reduces dashboard creation and maintenance effort.</a:t>
          </a:r>
        </a:p>
      </dgm:t>
    </dgm:pt>
    <dgm:pt modelId="{30A93BAC-9173-43B5-B918-2221251968CC}" type="parTrans" cxnId="{DB8FCA91-DB63-4014-8539-AC7F28A367B5}">
      <dgm:prSet/>
      <dgm:spPr/>
      <dgm:t>
        <a:bodyPr/>
        <a:lstStyle/>
        <a:p>
          <a:endParaRPr lang="en-IN"/>
        </a:p>
      </dgm:t>
    </dgm:pt>
    <dgm:pt modelId="{7C1F2692-5516-4517-B548-8A626025765D}" type="sibTrans" cxnId="{DB8FCA91-DB63-4014-8539-AC7F28A367B5}">
      <dgm:prSet/>
      <dgm:spPr/>
      <dgm:t>
        <a:bodyPr/>
        <a:lstStyle/>
        <a:p>
          <a:endParaRPr lang="en-IN"/>
        </a:p>
      </dgm:t>
    </dgm:pt>
    <dgm:pt modelId="{C9C9FBDB-A8D3-424A-A8A5-635C8E2241C9}">
      <dgm:prSet/>
      <dgm:spPr/>
      <dgm:t>
        <a:bodyPr/>
        <a:lstStyle/>
        <a:p>
          <a:r>
            <a:rPr lang="en-IN"/>
            <a:t>✅ Enables stakeholders to access insights instantly.</a:t>
          </a:r>
        </a:p>
      </dgm:t>
    </dgm:pt>
    <dgm:pt modelId="{80469145-FA18-4AB8-976A-CDC85E6DD0B0}" type="parTrans" cxnId="{20FE14D6-D00A-4750-A099-E436C8ABC9FC}">
      <dgm:prSet/>
      <dgm:spPr/>
      <dgm:t>
        <a:bodyPr/>
        <a:lstStyle/>
        <a:p>
          <a:endParaRPr lang="en-IN"/>
        </a:p>
      </dgm:t>
    </dgm:pt>
    <dgm:pt modelId="{BAC48E6A-6B98-4E1E-84DE-9209B21E09FF}" type="sibTrans" cxnId="{20FE14D6-D00A-4750-A099-E436C8ABC9FC}">
      <dgm:prSet/>
      <dgm:spPr/>
      <dgm:t>
        <a:bodyPr/>
        <a:lstStyle/>
        <a:p>
          <a:endParaRPr lang="en-IN"/>
        </a:p>
      </dgm:t>
    </dgm:pt>
    <dgm:pt modelId="{ED95C1E8-6B71-40E6-B26B-75227E4D0611}">
      <dgm:prSet/>
      <dgm:spPr/>
      <dgm:t>
        <a:bodyPr/>
        <a:lstStyle/>
        <a:p>
          <a:r>
            <a:rPr lang="en-IN"/>
            <a:t>✅ Improves efficiency through AI-driven automation.</a:t>
          </a:r>
        </a:p>
      </dgm:t>
    </dgm:pt>
    <dgm:pt modelId="{D85B79FA-ADB2-4F86-B82C-48159641CB06}" type="parTrans" cxnId="{E101F85A-86F5-4439-AF4F-1E7570B0AE80}">
      <dgm:prSet/>
      <dgm:spPr/>
      <dgm:t>
        <a:bodyPr/>
        <a:lstStyle/>
        <a:p>
          <a:endParaRPr lang="en-IN"/>
        </a:p>
      </dgm:t>
    </dgm:pt>
    <dgm:pt modelId="{25DDD2E1-2461-47F7-9D21-8F23E4972984}" type="sibTrans" cxnId="{E101F85A-86F5-4439-AF4F-1E7570B0AE80}">
      <dgm:prSet/>
      <dgm:spPr/>
      <dgm:t>
        <a:bodyPr/>
        <a:lstStyle/>
        <a:p>
          <a:endParaRPr lang="en-IN"/>
        </a:p>
      </dgm:t>
    </dgm:pt>
    <dgm:pt modelId="{5E18485A-4361-4D44-950D-B5B1E40E6034}">
      <dgm:prSet/>
      <dgm:spPr/>
      <dgm:t>
        <a:bodyPr/>
        <a:lstStyle/>
        <a:p>
          <a:r>
            <a:rPr lang="en-IN"/>
            <a:t>✅ Supports faster and more informed decision-making.</a:t>
          </a:r>
        </a:p>
      </dgm:t>
    </dgm:pt>
    <dgm:pt modelId="{55FAAA2E-E0DC-496F-804D-9BBB4982AD89}" type="parTrans" cxnId="{EEBDB09C-0AD6-477F-9B4A-731DD1EB7E33}">
      <dgm:prSet/>
      <dgm:spPr/>
      <dgm:t>
        <a:bodyPr/>
        <a:lstStyle/>
        <a:p>
          <a:endParaRPr lang="en-IN"/>
        </a:p>
      </dgm:t>
    </dgm:pt>
    <dgm:pt modelId="{4376A7DD-E76A-4671-B502-45492DFC1E74}" type="sibTrans" cxnId="{EEBDB09C-0AD6-477F-9B4A-731DD1EB7E33}">
      <dgm:prSet/>
      <dgm:spPr/>
      <dgm:t>
        <a:bodyPr/>
        <a:lstStyle/>
        <a:p>
          <a:endParaRPr lang="en-IN"/>
        </a:p>
      </dgm:t>
    </dgm:pt>
    <dgm:pt modelId="{36E0EF89-7E6D-4150-95B8-8DAEFE89FB0F}">
      <dgm:prSet/>
      <dgm:spPr/>
      <dgm:t>
        <a:bodyPr/>
        <a:lstStyle/>
        <a:p>
          <a:r>
            <a:rPr lang="en-IN"/>
            <a:t>✅ Bridges the gap between business data and actionable insights.</a:t>
          </a:r>
        </a:p>
      </dgm:t>
    </dgm:pt>
    <dgm:pt modelId="{727F707D-DF3E-4642-A2E7-EE22576A3822}" type="parTrans" cxnId="{C8373CC1-D931-40DD-A012-B69C549D7DA7}">
      <dgm:prSet/>
      <dgm:spPr/>
      <dgm:t>
        <a:bodyPr/>
        <a:lstStyle/>
        <a:p>
          <a:endParaRPr lang="en-IN"/>
        </a:p>
      </dgm:t>
    </dgm:pt>
    <dgm:pt modelId="{62845949-6606-4A2F-B131-F9EAE2DDEB0D}" type="sibTrans" cxnId="{C8373CC1-D931-40DD-A012-B69C549D7DA7}">
      <dgm:prSet/>
      <dgm:spPr/>
      <dgm:t>
        <a:bodyPr/>
        <a:lstStyle/>
        <a:p>
          <a:endParaRPr lang="en-IN"/>
        </a:p>
      </dgm:t>
    </dgm:pt>
    <dgm:pt modelId="{D4CF6DAE-D5B2-4671-B012-1705DF2F3960}">
      <dgm:prSet/>
      <dgm:spPr/>
      <dgm:t>
        <a:bodyPr/>
        <a:lstStyle/>
        <a:p>
          <a:r>
            <a:rPr lang="en-IN" b="1"/>
            <a:t>Future Enhancement</a:t>
          </a:r>
          <a:endParaRPr lang="en-IN"/>
        </a:p>
      </dgm:t>
    </dgm:pt>
    <dgm:pt modelId="{9178FB8E-912C-491A-89C7-76FECB48A5C8}" type="parTrans" cxnId="{59BEAEB3-C5B6-49E3-9385-8AE58102FDBA}">
      <dgm:prSet/>
      <dgm:spPr/>
      <dgm:t>
        <a:bodyPr/>
        <a:lstStyle/>
        <a:p>
          <a:endParaRPr lang="en-IN"/>
        </a:p>
      </dgm:t>
    </dgm:pt>
    <dgm:pt modelId="{9EF275B6-B0F4-4C69-87E6-E2F02FE4C64F}" type="sibTrans" cxnId="{59BEAEB3-C5B6-49E3-9385-8AE58102FDBA}">
      <dgm:prSet/>
      <dgm:spPr/>
      <dgm:t>
        <a:bodyPr/>
        <a:lstStyle/>
        <a:p>
          <a:endParaRPr lang="en-IN"/>
        </a:p>
      </dgm:t>
    </dgm:pt>
    <dgm:pt modelId="{78635706-4C9B-456F-A7C7-2488D48CA2D1}">
      <dgm:prSet/>
      <dgm:spPr/>
      <dgm:t>
        <a:bodyPr/>
        <a:lstStyle/>
        <a:p>
          <a:r>
            <a:rPr lang="en-IN"/>
            <a:t>Real-time data integration </a:t>
          </a:r>
        </a:p>
      </dgm:t>
    </dgm:pt>
    <dgm:pt modelId="{63554321-229D-46C4-8C48-5BF29156E4FD}" type="parTrans" cxnId="{AE5BAF47-84C0-4470-9906-BE3FFBD72B4F}">
      <dgm:prSet/>
      <dgm:spPr/>
      <dgm:t>
        <a:bodyPr/>
        <a:lstStyle/>
        <a:p>
          <a:endParaRPr lang="en-IN"/>
        </a:p>
      </dgm:t>
    </dgm:pt>
    <dgm:pt modelId="{191ECA8F-A2EE-41A9-A596-3444BDCD8AEC}" type="sibTrans" cxnId="{AE5BAF47-84C0-4470-9906-BE3FFBD72B4F}">
      <dgm:prSet/>
      <dgm:spPr/>
      <dgm:t>
        <a:bodyPr/>
        <a:lstStyle/>
        <a:p>
          <a:endParaRPr lang="en-IN"/>
        </a:p>
      </dgm:t>
    </dgm:pt>
    <dgm:pt modelId="{2ADC89E5-72B4-406B-A94B-0FEE30021D98}">
      <dgm:prSet/>
      <dgm:spPr/>
      <dgm:t>
        <a:bodyPr/>
        <a:lstStyle/>
        <a:p>
          <a:r>
            <a:rPr lang="en-IN"/>
            <a:t>Predictive analytics </a:t>
          </a:r>
        </a:p>
      </dgm:t>
    </dgm:pt>
    <dgm:pt modelId="{C1D6DA7F-B54D-4550-9F9F-659A5EC0605E}" type="parTrans" cxnId="{54523F70-48B1-4EBD-813A-8F364B3AAE23}">
      <dgm:prSet/>
      <dgm:spPr/>
      <dgm:t>
        <a:bodyPr/>
        <a:lstStyle/>
        <a:p>
          <a:endParaRPr lang="en-IN"/>
        </a:p>
      </dgm:t>
    </dgm:pt>
    <dgm:pt modelId="{8365D306-E18C-4E1F-B77D-03FFBDDEB3B6}" type="sibTrans" cxnId="{54523F70-48B1-4EBD-813A-8F364B3AAE23}">
      <dgm:prSet/>
      <dgm:spPr/>
      <dgm:t>
        <a:bodyPr/>
        <a:lstStyle/>
        <a:p>
          <a:endParaRPr lang="en-IN"/>
        </a:p>
      </dgm:t>
    </dgm:pt>
    <dgm:pt modelId="{4BE04499-73B2-4105-AA24-A38099C60F63}">
      <dgm:prSet/>
      <dgm:spPr/>
      <dgm:t>
        <a:bodyPr/>
        <a:lstStyle/>
        <a:p>
          <a:r>
            <a:rPr lang="en-IN"/>
            <a:t>Advanced AI recommendations </a:t>
          </a:r>
        </a:p>
      </dgm:t>
    </dgm:pt>
    <dgm:pt modelId="{F6B72237-5E2B-4B01-A475-04C47CBD034B}" type="parTrans" cxnId="{08D87F4D-9431-4028-8A10-F820F6F023B6}">
      <dgm:prSet/>
      <dgm:spPr/>
      <dgm:t>
        <a:bodyPr/>
        <a:lstStyle/>
        <a:p>
          <a:endParaRPr lang="en-IN"/>
        </a:p>
      </dgm:t>
    </dgm:pt>
    <dgm:pt modelId="{721C6C25-B839-4C9D-BC58-73E105C5C66A}" type="sibTrans" cxnId="{08D87F4D-9431-4028-8A10-F820F6F023B6}">
      <dgm:prSet/>
      <dgm:spPr/>
      <dgm:t>
        <a:bodyPr/>
        <a:lstStyle/>
        <a:p>
          <a:endParaRPr lang="en-IN"/>
        </a:p>
      </dgm:t>
    </dgm:pt>
    <dgm:pt modelId="{C6240ADF-D079-4564-9577-78CD19E7D1F6}">
      <dgm:prSet/>
      <dgm:spPr/>
      <dgm:t>
        <a:bodyPr/>
        <a:lstStyle/>
        <a:p>
          <a:r>
            <a:rPr lang="en-IN" b="1"/>
            <a:t>Thank You</a:t>
          </a:r>
          <a:endParaRPr lang="en-IN"/>
        </a:p>
      </dgm:t>
    </dgm:pt>
    <dgm:pt modelId="{1D9935FA-0DF3-4749-8548-E4532214AD00}" type="parTrans" cxnId="{E1073917-2CA2-4DD9-9416-CBE8FF88B588}">
      <dgm:prSet/>
      <dgm:spPr/>
      <dgm:t>
        <a:bodyPr/>
        <a:lstStyle/>
        <a:p>
          <a:endParaRPr lang="en-IN"/>
        </a:p>
      </dgm:t>
    </dgm:pt>
    <dgm:pt modelId="{61C20E60-75E6-40AE-995C-15A4F38DC8E2}" type="sibTrans" cxnId="{E1073917-2CA2-4DD9-9416-CBE8FF88B588}">
      <dgm:prSet/>
      <dgm:spPr/>
      <dgm:t>
        <a:bodyPr/>
        <a:lstStyle/>
        <a:p>
          <a:endParaRPr lang="en-IN"/>
        </a:p>
      </dgm:t>
    </dgm:pt>
    <dgm:pt modelId="{614944AB-28D4-416D-8470-B031EFDAF6BD}">
      <dgm:prSet/>
      <dgm:spPr/>
      <dgm:t>
        <a:bodyPr/>
        <a:lstStyle/>
        <a:p>
          <a:r>
            <a:rPr lang="en-IN" b="1"/>
            <a:t>Questions &amp; Answers</a:t>
          </a:r>
          <a:endParaRPr lang="en-IN"/>
        </a:p>
      </dgm:t>
    </dgm:pt>
    <dgm:pt modelId="{D83D7EB1-62D7-454D-B176-CE704798FEB3}" type="parTrans" cxnId="{825A90C8-12AE-4FA6-BF1F-E0CF12868AF3}">
      <dgm:prSet/>
      <dgm:spPr/>
      <dgm:t>
        <a:bodyPr/>
        <a:lstStyle/>
        <a:p>
          <a:endParaRPr lang="en-IN"/>
        </a:p>
      </dgm:t>
    </dgm:pt>
    <dgm:pt modelId="{D12A4861-8294-4708-9FC9-29019B0C0ED9}" type="sibTrans" cxnId="{825A90C8-12AE-4FA6-BF1F-E0CF12868AF3}">
      <dgm:prSet/>
      <dgm:spPr/>
      <dgm:t>
        <a:bodyPr/>
        <a:lstStyle/>
        <a:p>
          <a:endParaRPr lang="en-IN"/>
        </a:p>
      </dgm:t>
    </dgm:pt>
    <dgm:pt modelId="{B035D277-A128-49E8-914F-4230FE21264E}">
      <dgm:prSet/>
      <dgm:spPr/>
      <dgm:t>
        <a:bodyPr/>
        <a:lstStyle/>
        <a:p>
          <a:r>
            <a:rPr lang="en-IN" b="1"/>
            <a:t>AI-Powered Business Intelligence Assistant</a:t>
          </a:r>
          <a:endParaRPr lang="en-IN"/>
        </a:p>
      </dgm:t>
    </dgm:pt>
    <dgm:pt modelId="{C92FDB78-790F-41FE-BFA5-55323F3A2627}" type="parTrans" cxnId="{9CDCB411-D794-4E00-81DC-B4C5595DF22A}">
      <dgm:prSet/>
      <dgm:spPr/>
      <dgm:t>
        <a:bodyPr/>
        <a:lstStyle/>
        <a:p>
          <a:endParaRPr lang="en-IN"/>
        </a:p>
      </dgm:t>
    </dgm:pt>
    <dgm:pt modelId="{9CF9D2F1-B3D4-4D69-A499-A4609398BCC7}" type="sibTrans" cxnId="{9CDCB411-D794-4E00-81DC-B4C5595DF22A}">
      <dgm:prSet/>
      <dgm:spPr/>
      <dgm:t>
        <a:bodyPr/>
        <a:lstStyle/>
        <a:p>
          <a:endParaRPr lang="en-IN"/>
        </a:p>
      </dgm:t>
    </dgm:pt>
    <dgm:pt modelId="{67C4C7A1-A6BC-4644-9593-B58CA2A383E4}">
      <dgm:prSet/>
      <dgm:spPr/>
      <dgm:t>
        <a:bodyPr/>
        <a:lstStyle/>
        <a:p>
          <a:r>
            <a:rPr lang="en-IN"/>
            <a:t>Objective Transform business data into meaningful insights through AI-driven analytics and automated dashboard generation. Add this to slide two</a:t>
          </a:r>
        </a:p>
      </dgm:t>
    </dgm:pt>
    <dgm:pt modelId="{0D7C818D-1191-40ED-B93F-06749B9F7A87}" type="parTrans" cxnId="{6613309B-9344-4399-A647-317F133A241E}">
      <dgm:prSet/>
      <dgm:spPr/>
      <dgm:t>
        <a:bodyPr/>
        <a:lstStyle/>
        <a:p>
          <a:endParaRPr lang="en-IN"/>
        </a:p>
      </dgm:t>
    </dgm:pt>
    <dgm:pt modelId="{BAED86C9-D706-4E28-8266-4259545B5958}" type="sibTrans" cxnId="{6613309B-9344-4399-A647-317F133A241E}">
      <dgm:prSet/>
      <dgm:spPr/>
      <dgm:t>
        <a:bodyPr/>
        <a:lstStyle/>
        <a:p>
          <a:endParaRPr lang="en-IN"/>
        </a:p>
      </dgm:t>
    </dgm:pt>
    <dgm:pt modelId="{E5AC692F-69E3-4703-9B0F-460F66DF79E8}">
      <dgm:prSet/>
      <dgm:spPr/>
      <dgm:t>
        <a:bodyPr/>
        <a:lstStyle/>
        <a:p>
          <a:r>
            <a:rPr lang="en-IN"/>
            <a:t>Yes, that's a good addition. You can place the </a:t>
          </a:r>
          <a:r>
            <a:rPr lang="en-IN" b="1"/>
            <a:t>Objective</a:t>
          </a:r>
          <a:r>
            <a:rPr lang="en-IN"/>
            <a:t> section at the bottom of </a:t>
          </a:r>
          <a:r>
            <a:rPr lang="en-IN" b="1"/>
            <a:t>Slide 2 – Problem Statement</a:t>
          </a:r>
          <a:r>
            <a:rPr lang="en-IN"/>
            <a:t>.</a:t>
          </a:r>
        </a:p>
      </dgm:t>
    </dgm:pt>
    <dgm:pt modelId="{258E38AB-BDA8-42EC-A500-C582F1E972B8}" type="parTrans" cxnId="{AA378C2D-CD30-4350-9C1D-96B3286BF006}">
      <dgm:prSet/>
      <dgm:spPr/>
      <dgm:t>
        <a:bodyPr/>
        <a:lstStyle/>
        <a:p>
          <a:endParaRPr lang="en-IN"/>
        </a:p>
      </dgm:t>
    </dgm:pt>
    <dgm:pt modelId="{2727E50C-7B80-41C9-B066-3494057D6AF2}" type="sibTrans" cxnId="{AA378C2D-CD30-4350-9C1D-96B3286BF006}">
      <dgm:prSet/>
      <dgm:spPr/>
      <dgm:t>
        <a:bodyPr/>
        <a:lstStyle/>
        <a:p>
          <a:endParaRPr lang="en-IN"/>
        </a:p>
      </dgm:t>
    </dgm:pt>
    <dgm:pt modelId="{48FBC2F5-1F9A-476F-B680-029F4815E07C}">
      <dgm:prSet/>
      <dgm:spPr/>
      <dgm:t>
        <a:bodyPr/>
        <a:lstStyle/>
        <a:p>
          <a:r>
            <a:rPr lang="en-IN" b="1"/>
            <a:t>Slide 2 – Problem Statement</a:t>
          </a:r>
          <a:endParaRPr lang="en-IN"/>
        </a:p>
      </dgm:t>
    </dgm:pt>
    <dgm:pt modelId="{22F376CF-6B93-4DF1-9183-117D5145F97A}" type="parTrans" cxnId="{DD564166-2439-4929-ADB7-AFD911BE29D5}">
      <dgm:prSet/>
      <dgm:spPr/>
      <dgm:t>
        <a:bodyPr/>
        <a:lstStyle/>
        <a:p>
          <a:endParaRPr lang="en-IN"/>
        </a:p>
      </dgm:t>
    </dgm:pt>
    <dgm:pt modelId="{D2C0076A-B184-4795-ABC3-76A5CA921FD0}" type="sibTrans" cxnId="{DD564166-2439-4929-ADB7-AFD911BE29D5}">
      <dgm:prSet/>
      <dgm:spPr/>
      <dgm:t>
        <a:bodyPr/>
        <a:lstStyle/>
        <a:p>
          <a:endParaRPr lang="en-IN"/>
        </a:p>
      </dgm:t>
    </dgm:pt>
    <dgm:pt modelId="{66BB8724-ABC8-47C5-B597-7869CFC6B992}">
      <dgm:prSet/>
      <dgm:spPr/>
      <dgm:t>
        <a:bodyPr/>
        <a:lstStyle/>
        <a:p>
          <a:r>
            <a:rPr lang="en-IN" b="1"/>
            <a:t>Problem Statement</a:t>
          </a:r>
          <a:endParaRPr lang="en-IN"/>
        </a:p>
      </dgm:t>
    </dgm:pt>
    <dgm:pt modelId="{C7A5DBD6-94B1-4C89-B147-DE39FC2184C2}" type="parTrans" cxnId="{D33AE2F0-1B8B-4C06-AF0D-70507807978E}">
      <dgm:prSet/>
      <dgm:spPr/>
      <dgm:t>
        <a:bodyPr/>
        <a:lstStyle/>
        <a:p>
          <a:endParaRPr lang="en-IN"/>
        </a:p>
      </dgm:t>
    </dgm:pt>
    <dgm:pt modelId="{12BAE907-F5F1-4B25-B440-8BF13E57D68C}" type="sibTrans" cxnId="{D33AE2F0-1B8B-4C06-AF0D-70507807978E}">
      <dgm:prSet/>
      <dgm:spPr/>
      <dgm:t>
        <a:bodyPr/>
        <a:lstStyle/>
        <a:p>
          <a:endParaRPr lang="en-IN"/>
        </a:p>
      </dgm:t>
    </dgm:pt>
    <dgm:pt modelId="{59DA5C68-FA85-4326-88F9-AE3E8F12D55A}">
      <dgm:prSet/>
      <dgm:spPr/>
      <dgm:t>
        <a:bodyPr/>
        <a:lstStyle/>
        <a:p>
          <a:r>
            <a:rPr lang="en-IN"/>
            <a:t>🔹 Organizations generate large volumes of business data every day.</a:t>
          </a:r>
        </a:p>
      </dgm:t>
    </dgm:pt>
    <dgm:pt modelId="{30FEC31A-5104-436A-A189-82A8C0F0E2A8}" type="parTrans" cxnId="{47236E7D-EE43-49A5-9F0F-9FE61A6199F9}">
      <dgm:prSet/>
      <dgm:spPr/>
      <dgm:t>
        <a:bodyPr/>
        <a:lstStyle/>
        <a:p>
          <a:endParaRPr lang="en-IN"/>
        </a:p>
      </dgm:t>
    </dgm:pt>
    <dgm:pt modelId="{52408E1F-FF4D-4931-8F49-4084A2D7625F}" type="sibTrans" cxnId="{47236E7D-EE43-49A5-9F0F-9FE61A6199F9}">
      <dgm:prSet/>
      <dgm:spPr/>
      <dgm:t>
        <a:bodyPr/>
        <a:lstStyle/>
        <a:p>
          <a:endParaRPr lang="en-IN"/>
        </a:p>
      </dgm:t>
    </dgm:pt>
    <dgm:pt modelId="{B96B8FD3-D303-4C8E-9BFC-CC0DE5BBF94C}">
      <dgm:prSet/>
      <dgm:spPr/>
      <dgm:t>
        <a:bodyPr/>
        <a:lstStyle/>
        <a:p>
          <a:r>
            <a:rPr lang="en-IN"/>
            <a:t>🔹 Data analysts spend significant time creating and updating dashboards.</a:t>
          </a:r>
        </a:p>
      </dgm:t>
    </dgm:pt>
    <dgm:pt modelId="{8CE9A8AF-6E78-41CD-8ECB-5E6F5AA75144}" type="parTrans" cxnId="{FBFB7D47-D3F7-476C-B0AF-D0DF6494DD38}">
      <dgm:prSet/>
      <dgm:spPr/>
      <dgm:t>
        <a:bodyPr/>
        <a:lstStyle/>
        <a:p>
          <a:endParaRPr lang="en-IN"/>
        </a:p>
      </dgm:t>
    </dgm:pt>
    <dgm:pt modelId="{FDF56CB2-A82B-436C-8D61-13D2AC6E08E1}" type="sibTrans" cxnId="{FBFB7D47-D3F7-476C-B0AF-D0DF6494DD38}">
      <dgm:prSet/>
      <dgm:spPr/>
      <dgm:t>
        <a:bodyPr/>
        <a:lstStyle/>
        <a:p>
          <a:endParaRPr lang="en-IN"/>
        </a:p>
      </dgm:t>
    </dgm:pt>
    <dgm:pt modelId="{372ECD0E-8318-41D8-AC27-99AD6E57E8B9}">
      <dgm:prSet/>
      <dgm:spPr/>
      <dgm:t>
        <a:bodyPr/>
        <a:lstStyle/>
        <a:p>
          <a:r>
            <a:rPr lang="en-IN"/>
            <a:t>🔹 Business stakeholders depend on analysts for reports and insights.</a:t>
          </a:r>
        </a:p>
      </dgm:t>
    </dgm:pt>
    <dgm:pt modelId="{6EB943DB-D05A-4568-8D79-83AA36A767BA}" type="parTrans" cxnId="{B81E1B44-3756-4DD7-AA2C-E943AB2812AA}">
      <dgm:prSet/>
      <dgm:spPr/>
      <dgm:t>
        <a:bodyPr/>
        <a:lstStyle/>
        <a:p>
          <a:endParaRPr lang="en-IN"/>
        </a:p>
      </dgm:t>
    </dgm:pt>
    <dgm:pt modelId="{531556CF-0591-40CD-8CF4-069B6A49C1A5}" type="sibTrans" cxnId="{B81E1B44-3756-4DD7-AA2C-E943AB2812AA}">
      <dgm:prSet/>
      <dgm:spPr/>
      <dgm:t>
        <a:bodyPr/>
        <a:lstStyle/>
        <a:p>
          <a:endParaRPr lang="en-IN"/>
        </a:p>
      </dgm:t>
    </dgm:pt>
    <dgm:pt modelId="{4D735574-5221-4D1C-9394-13AB17A1FF5F}">
      <dgm:prSet/>
      <dgm:spPr/>
      <dgm:t>
        <a:bodyPr/>
        <a:lstStyle/>
        <a:p>
          <a:r>
            <a:rPr lang="en-IN"/>
            <a:t>🔹 Traditional reporting methods are slow and require manual effort.</a:t>
          </a:r>
        </a:p>
      </dgm:t>
    </dgm:pt>
    <dgm:pt modelId="{827B5E62-04DD-462E-9BAA-F0BF0BDC92B2}" type="parTrans" cxnId="{8023205A-5C2F-4C8E-9534-633D07126B18}">
      <dgm:prSet/>
      <dgm:spPr/>
      <dgm:t>
        <a:bodyPr/>
        <a:lstStyle/>
        <a:p>
          <a:endParaRPr lang="en-IN"/>
        </a:p>
      </dgm:t>
    </dgm:pt>
    <dgm:pt modelId="{676BB21E-5FBB-4E7B-86FA-6D78C0F46300}" type="sibTrans" cxnId="{8023205A-5C2F-4C8E-9534-633D07126B18}">
      <dgm:prSet/>
      <dgm:spPr/>
      <dgm:t>
        <a:bodyPr/>
        <a:lstStyle/>
        <a:p>
          <a:endParaRPr lang="en-IN"/>
        </a:p>
      </dgm:t>
    </dgm:pt>
    <dgm:pt modelId="{495FC6F6-DC95-4BC2-A13F-9AE87ECD3010}">
      <dgm:prSet/>
      <dgm:spPr/>
      <dgm:t>
        <a:bodyPr/>
        <a:lstStyle/>
        <a:p>
          <a:r>
            <a:rPr lang="en-IN"/>
            <a:t>🔹 Delayed access to information affects timely decision-making.</a:t>
          </a:r>
        </a:p>
      </dgm:t>
    </dgm:pt>
    <dgm:pt modelId="{94C487A4-E08B-479D-8856-5DCCAFA0F13F}" type="parTrans" cxnId="{FE2A09A7-101A-404D-BC69-E30050164EE5}">
      <dgm:prSet/>
      <dgm:spPr/>
      <dgm:t>
        <a:bodyPr/>
        <a:lstStyle/>
        <a:p>
          <a:endParaRPr lang="en-IN"/>
        </a:p>
      </dgm:t>
    </dgm:pt>
    <dgm:pt modelId="{5AF53A15-8587-48C4-BF31-746E41204A21}" type="sibTrans" cxnId="{FE2A09A7-101A-404D-BC69-E30050164EE5}">
      <dgm:prSet/>
      <dgm:spPr/>
      <dgm:t>
        <a:bodyPr/>
        <a:lstStyle/>
        <a:p>
          <a:endParaRPr lang="en-IN"/>
        </a:p>
      </dgm:t>
    </dgm:pt>
    <dgm:pt modelId="{3361C825-E735-4EFF-9B6F-9B5D56C795E0}">
      <dgm:prSet/>
      <dgm:spPr/>
      <dgm:t>
        <a:bodyPr/>
        <a:lstStyle/>
        <a:p>
          <a:r>
            <a:rPr lang="en-IN" b="1"/>
            <a:t>Objective</a:t>
          </a:r>
          <a:endParaRPr lang="en-IN"/>
        </a:p>
      </dgm:t>
    </dgm:pt>
    <dgm:pt modelId="{358407A2-337E-4496-A19F-F0F064898A23}" type="parTrans" cxnId="{ACB03EA4-C4AE-473E-B74B-C0CD1E30A189}">
      <dgm:prSet/>
      <dgm:spPr/>
      <dgm:t>
        <a:bodyPr/>
        <a:lstStyle/>
        <a:p>
          <a:endParaRPr lang="en-IN"/>
        </a:p>
      </dgm:t>
    </dgm:pt>
    <dgm:pt modelId="{F3AFECDA-CBF0-4337-AAE9-1ACDA731FA35}" type="sibTrans" cxnId="{ACB03EA4-C4AE-473E-B74B-C0CD1E30A189}">
      <dgm:prSet/>
      <dgm:spPr/>
      <dgm:t>
        <a:bodyPr/>
        <a:lstStyle/>
        <a:p>
          <a:endParaRPr lang="en-IN"/>
        </a:p>
      </dgm:t>
    </dgm:pt>
    <dgm:pt modelId="{C78CC192-2B96-46E9-87AF-2EE549E270D3}">
      <dgm:prSet/>
      <dgm:spPr/>
      <dgm:t>
        <a:bodyPr/>
        <a:lstStyle/>
        <a:p>
          <a:r>
            <a:rPr lang="en-IN"/>
            <a:t>🎯 </a:t>
          </a:r>
          <a:r>
            <a:rPr lang="en-IN" b="1"/>
            <a:t>Transform business data into meaningful insights through AI-driven analytics and automated dashboard generation.</a:t>
          </a:r>
          <a:endParaRPr lang="en-IN"/>
        </a:p>
      </dgm:t>
    </dgm:pt>
    <dgm:pt modelId="{B3E056EC-EBB5-4791-B243-C2D289846BC6}" type="parTrans" cxnId="{4410C6EF-DEA1-482C-9C8D-4D2E9E76457D}">
      <dgm:prSet/>
      <dgm:spPr/>
      <dgm:t>
        <a:bodyPr/>
        <a:lstStyle/>
        <a:p>
          <a:endParaRPr lang="en-IN"/>
        </a:p>
      </dgm:t>
    </dgm:pt>
    <dgm:pt modelId="{0C0778E1-E817-4268-8EDD-8D4891E21E72}" type="sibTrans" cxnId="{4410C6EF-DEA1-482C-9C8D-4D2E9E76457D}">
      <dgm:prSet/>
      <dgm:spPr/>
      <dgm:t>
        <a:bodyPr/>
        <a:lstStyle/>
        <a:p>
          <a:endParaRPr lang="en-IN"/>
        </a:p>
      </dgm:t>
    </dgm:pt>
    <dgm:pt modelId="{66DB4CE2-CE61-4F1F-827E-EA7B7360FD7F}">
      <dgm:prSet/>
      <dgm:spPr/>
      <dgm:t>
        <a:bodyPr/>
        <a:lstStyle/>
        <a:p>
          <a:r>
            <a:rPr lang="en-IN" b="1"/>
            <a:t>Need</a:t>
          </a:r>
          <a:endParaRPr lang="en-IN"/>
        </a:p>
      </dgm:t>
    </dgm:pt>
    <dgm:pt modelId="{3F7931CC-214D-4119-902F-235766AC7484}" type="parTrans" cxnId="{02A63D6C-6E63-4189-A7FD-9FC4492A69DC}">
      <dgm:prSet/>
      <dgm:spPr/>
      <dgm:t>
        <a:bodyPr/>
        <a:lstStyle/>
        <a:p>
          <a:endParaRPr lang="en-IN"/>
        </a:p>
      </dgm:t>
    </dgm:pt>
    <dgm:pt modelId="{201BA02C-C061-4558-80BB-83EEF8B6073B}" type="sibTrans" cxnId="{02A63D6C-6E63-4189-A7FD-9FC4492A69DC}">
      <dgm:prSet/>
      <dgm:spPr/>
      <dgm:t>
        <a:bodyPr/>
        <a:lstStyle/>
        <a:p>
          <a:endParaRPr lang="en-IN"/>
        </a:p>
      </dgm:t>
    </dgm:pt>
    <dgm:pt modelId="{F145F7F9-FBC2-4165-922F-AC5D10A5B6A3}">
      <dgm:prSet/>
      <dgm:spPr/>
      <dgm:t>
        <a:bodyPr/>
        <a:lstStyle/>
        <a:p>
          <a:r>
            <a:rPr lang="en-IN"/>
            <a:t>✔ Automate data analysis and dashboard creation.</a:t>
          </a:r>
        </a:p>
      </dgm:t>
    </dgm:pt>
    <dgm:pt modelId="{F226047E-E01E-44F3-9A5F-1D4D92E2EB46}" type="parTrans" cxnId="{F865F5C8-B52A-476F-AF93-C57F52FEC14E}">
      <dgm:prSet/>
      <dgm:spPr/>
      <dgm:t>
        <a:bodyPr/>
        <a:lstStyle/>
        <a:p>
          <a:endParaRPr lang="en-IN"/>
        </a:p>
      </dgm:t>
    </dgm:pt>
    <dgm:pt modelId="{B5071825-F808-4853-AFB6-9A96E196F0D0}" type="sibTrans" cxnId="{F865F5C8-B52A-476F-AF93-C57F52FEC14E}">
      <dgm:prSet/>
      <dgm:spPr/>
      <dgm:t>
        <a:bodyPr/>
        <a:lstStyle/>
        <a:p>
          <a:endParaRPr lang="en-IN"/>
        </a:p>
      </dgm:t>
    </dgm:pt>
    <dgm:pt modelId="{9416AA18-6AE3-4939-934A-CDD5973AB16E}">
      <dgm:prSet/>
      <dgm:spPr/>
      <dgm:t>
        <a:bodyPr/>
        <a:lstStyle/>
        <a:p>
          <a:r>
            <a:rPr lang="en-IN"/>
            <a:t>✔ Provide instant business insights for stakeholders.</a:t>
          </a:r>
        </a:p>
      </dgm:t>
    </dgm:pt>
    <dgm:pt modelId="{01A7DE1F-E4B8-400A-9E13-A468286C7747}" type="parTrans" cxnId="{C2DA5756-F02F-465B-865A-28B3FBF29B3F}">
      <dgm:prSet/>
      <dgm:spPr/>
      <dgm:t>
        <a:bodyPr/>
        <a:lstStyle/>
        <a:p>
          <a:endParaRPr lang="en-IN"/>
        </a:p>
      </dgm:t>
    </dgm:pt>
    <dgm:pt modelId="{3EB39966-B54F-4D02-835B-D5E2A055C118}" type="sibTrans" cxnId="{C2DA5756-F02F-465B-865A-28B3FBF29B3F}">
      <dgm:prSet/>
      <dgm:spPr/>
      <dgm:t>
        <a:bodyPr/>
        <a:lstStyle/>
        <a:p>
          <a:endParaRPr lang="en-IN"/>
        </a:p>
      </dgm:t>
    </dgm:pt>
    <dgm:pt modelId="{986C1E81-D088-4AC1-958D-9953E8EAE3F1}">
      <dgm:prSet/>
      <dgm:spPr/>
      <dgm:t>
        <a:bodyPr/>
        <a:lstStyle/>
        <a:p>
          <a:r>
            <a:rPr lang="en-IN"/>
            <a:t>✔ Enable faster and data-driven decision-making.</a:t>
          </a:r>
        </a:p>
      </dgm:t>
    </dgm:pt>
    <dgm:pt modelId="{9B53867F-5E37-405E-9B42-EF8DAF770006}" type="parTrans" cxnId="{AAF2B6FE-141A-4605-9C9F-9EBF5DC0C72B}">
      <dgm:prSet/>
      <dgm:spPr/>
      <dgm:t>
        <a:bodyPr/>
        <a:lstStyle/>
        <a:p>
          <a:endParaRPr lang="en-IN"/>
        </a:p>
      </dgm:t>
    </dgm:pt>
    <dgm:pt modelId="{E390528C-52A8-47A4-BC22-07E3C0313F45}" type="sibTrans" cxnId="{AAF2B6FE-141A-4605-9C9F-9EBF5DC0C72B}">
      <dgm:prSet/>
      <dgm:spPr/>
      <dgm:t>
        <a:bodyPr/>
        <a:lstStyle/>
        <a:p>
          <a:endParaRPr lang="en-IN"/>
        </a:p>
      </dgm:t>
    </dgm:pt>
    <dgm:pt modelId="{3B9D4C5F-01BC-4352-AC6A-AA14C566624E}">
      <dgm:prSet/>
      <dgm:spPr/>
      <dgm:t>
        <a:bodyPr/>
        <a:lstStyle/>
        <a:p>
          <a:r>
            <a:rPr lang="en-IN"/>
            <a:t>This makes Slide 2 complete by showing:</a:t>
          </a:r>
          <a:br>
            <a:rPr lang="en-IN"/>
          </a:br>
          <a:r>
            <a:rPr lang="en-IN" b="1"/>
            <a:t>Problem → Need → Objective</a:t>
          </a:r>
          <a:r>
            <a:rPr lang="en-IN"/>
            <a:t>.</a:t>
          </a:r>
        </a:p>
      </dgm:t>
    </dgm:pt>
    <dgm:pt modelId="{5A5E8194-D286-4835-98FF-2EDE3A3D9B9D}" type="parTrans" cxnId="{E9C8BBDE-3CEB-4EE8-83FF-88844A37CBE8}">
      <dgm:prSet/>
      <dgm:spPr/>
      <dgm:t>
        <a:bodyPr/>
        <a:lstStyle/>
        <a:p>
          <a:endParaRPr lang="en-IN"/>
        </a:p>
      </dgm:t>
    </dgm:pt>
    <dgm:pt modelId="{1A5C3563-4B90-48EA-8D1F-C1BDE7ADEFA7}" type="sibTrans" cxnId="{E9C8BBDE-3CEB-4EE8-83FF-88844A37CBE8}">
      <dgm:prSet/>
      <dgm:spPr/>
      <dgm:t>
        <a:bodyPr/>
        <a:lstStyle/>
        <a:p>
          <a:endParaRPr lang="en-IN"/>
        </a:p>
      </dgm:t>
    </dgm:pt>
    <dgm:pt modelId="{4177A1C9-DC5C-4175-AAF4-0FF02237C4F7}">
      <dgm:prSet/>
      <dgm:spPr/>
      <dgm:t>
        <a:bodyPr/>
        <a:lstStyle/>
        <a:p>
          <a:r>
            <a:rPr lang="en-IN"/>
            <a:t>Title → 2. Problem Statement → 3. Proposed Solution → 4. Workflow → 5. Output → 6. Conclusion give content in this flow I need simple to understand purpose of our in presentation </a:t>
          </a:r>
        </a:p>
      </dgm:t>
    </dgm:pt>
    <dgm:pt modelId="{BFDA9419-72C7-4AB4-9CBA-1429808E5E9D}" type="parTrans" cxnId="{9DB5A2BA-F43C-4CD0-80B7-38EF96F2DA11}">
      <dgm:prSet/>
      <dgm:spPr/>
      <dgm:t>
        <a:bodyPr/>
        <a:lstStyle/>
        <a:p>
          <a:endParaRPr lang="en-IN"/>
        </a:p>
      </dgm:t>
    </dgm:pt>
    <dgm:pt modelId="{CCEB5321-F8F4-451B-8E64-B298D1B0F8B1}" type="sibTrans" cxnId="{9DB5A2BA-F43C-4CD0-80B7-38EF96F2DA11}">
      <dgm:prSet/>
      <dgm:spPr/>
      <dgm:t>
        <a:bodyPr/>
        <a:lstStyle/>
        <a:p>
          <a:endParaRPr lang="en-IN"/>
        </a:p>
      </dgm:t>
    </dgm:pt>
    <dgm:pt modelId="{F7CE717C-A4B4-4752-B345-3D865838357A}">
      <dgm:prSet/>
      <dgm:spPr/>
      <dgm:t>
        <a:bodyPr/>
        <a:lstStyle/>
        <a:p>
          <a:r>
            <a:rPr lang="en-IN"/>
            <a:t>For a presentation, judges and audience should quickly understand </a:t>
          </a:r>
          <a:r>
            <a:rPr lang="en-IN" b="1"/>
            <a:t>what problem you identified, what solution you built, how it works, and what output it gives</a:t>
          </a:r>
          <a:r>
            <a:rPr lang="en-IN"/>
            <a:t>. Keep the slides short and clear.</a:t>
          </a:r>
        </a:p>
      </dgm:t>
    </dgm:pt>
    <dgm:pt modelId="{92333921-508A-4A77-AEC9-C6BD35952CB2}" type="parTrans" cxnId="{597E0BE3-1C3B-4D12-AA81-E91E98EB6697}">
      <dgm:prSet/>
      <dgm:spPr/>
      <dgm:t>
        <a:bodyPr/>
        <a:lstStyle/>
        <a:p>
          <a:endParaRPr lang="en-IN"/>
        </a:p>
      </dgm:t>
    </dgm:pt>
    <dgm:pt modelId="{178081F3-A7BE-4A49-8B25-706471475DC5}" type="sibTrans" cxnId="{597E0BE3-1C3B-4D12-AA81-E91E98EB6697}">
      <dgm:prSet/>
      <dgm:spPr/>
      <dgm:t>
        <a:bodyPr/>
        <a:lstStyle/>
        <a:p>
          <a:endParaRPr lang="en-IN"/>
        </a:p>
      </dgm:t>
    </dgm:pt>
    <dgm:pt modelId="{7815D7B2-B573-4F63-95B6-7546708A95CF}">
      <dgm:prSet/>
      <dgm:spPr/>
      <dgm:t>
        <a:bodyPr/>
        <a:lstStyle/>
        <a:p>
          <a:r>
            <a:rPr lang="en-IN" b="1"/>
            <a:t>Slide 1 – Title</a:t>
          </a:r>
          <a:endParaRPr lang="en-IN"/>
        </a:p>
      </dgm:t>
    </dgm:pt>
    <dgm:pt modelId="{516A465C-FA2F-4338-B7F7-7DEC35469E9E}" type="parTrans" cxnId="{1B24E4B7-0BBA-4540-8F8B-E081A3E68E14}">
      <dgm:prSet/>
      <dgm:spPr/>
      <dgm:t>
        <a:bodyPr/>
        <a:lstStyle/>
        <a:p>
          <a:endParaRPr lang="en-IN"/>
        </a:p>
      </dgm:t>
    </dgm:pt>
    <dgm:pt modelId="{E76004CC-FF84-4B1A-9D29-60BDF69F28D5}" type="sibTrans" cxnId="{1B24E4B7-0BBA-4540-8F8B-E081A3E68E14}">
      <dgm:prSet/>
      <dgm:spPr/>
      <dgm:t>
        <a:bodyPr/>
        <a:lstStyle/>
        <a:p>
          <a:endParaRPr lang="en-IN"/>
        </a:p>
      </dgm:t>
    </dgm:pt>
    <dgm:pt modelId="{1A8FA525-F1BE-4DFD-9B85-FB55DB9B4E71}">
      <dgm:prSet/>
      <dgm:spPr/>
      <dgm:t>
        <a:bodyPr/>
        <a:lstStyle/>
        <a:p>
          <a:r>
            <a:rPr lang="en-IN" b="1"/>
            <a:t>AI-Powered Business Intelligence Assistant</a:t>
          </a:r>
          <a:endParaRPr lang="en-IN"/>
        </a:p>
      </dgm:t>
    </dgm:pt>
    <dgm:pt modelId="{F0843D06-6831-4BED-A255-E9329C8EE301}" type="parTrans" cxnId="{B02FF169-62C0-408C-A378-229AB6BBB86E}">
      <dgm:prSet/>
      <dgm:spPr/>
      <dgm:t>
        <a:bodyPr/>
        <a:lstStyle/>
        <a:p>
          <a:endParaRPr lang="en-IN"/>
        </a:p>
      </dgm:t>
    </dgm:pt>
    <dgm:pt modelId="{6D4259CE-D340-4EDC-9121-AF28F0AEE079}" type="sibTrans" cxnId="{B02FF169-62C0-408C-A378-229AB6BBB86E}">
      <dgm:prSet/>
      <dgm:spPr/>
      <dgm:t>
        <a:bodyPr/>
        <a:lstStyle/>
        <a:p>
          <a:endParaRPr lang="en-IN"/>
        </a:p>
      </dgm:t>
    </dgm:pt>
    <dgm:pt modelId="{2F2450E5-4C8A-4265-90A5-9C81FCAC1D80}">
      <dgm:prSet/>
      <dgm:spPr/>
      <dgm:t>
        <a:bodyPr/>
        <a:lstStyle/>
        <a:p>
          <a:r>
            <a:rPr lang="en-IN" b="1"/>
            <a:t>Team Members</a:t>
          </a:r>
          <a:endParaRPr lang="en-IN"/>
        </a:p>
      </dgm:t>
    </dgm:pt>
    <dgm:pt modelId="{44825DBD-3A06-47DF-87F8-033CA88EAB4F}" type="parTrans" cxnId="{CD9C96A6-6423-4650-9B23-CE4E8496AE1E}">
      <dgm:prSet/>
      <dgm:spPr/>
      <dgm:t>
        <a:bodyPr/>
        <a:lstStyle/>
        <a:p>
          <a:endParaRPr lang="en-IN"/>
        </a:p>
      </dgm:t>
    </dgm:pt>
    <dgm:pt modelId="{7AA3BC93-E8CA-4BB4-A354-724D8CE08A32}" type="sibTrans" cxnId="{CD9C96A6-6423-4650-9B23-CE4E8496AE1E}">
      <dgm:prSet/>
      <dgm:spPr/>
      <dgm:t>
        <a:bodyPr/>
        <a:lstStyle/>
        <a:p>
          <a:endParaRPr lang="en-IN"/>
        </a:p>
      </dgm:t>
    </dgm:pt>
    <dgm:pt modelId="{BBD57494-2A9C-4992-AA1A-3ABB689FE916}">
      <dgm:prSet/>
      <dgm:spPr/>
      <dgm:t>
        <a:bodyPr/>
        <a:lstStyle/>
        <a:p>
          <a:r>
            <a:rPr lang="en-IN"/>
            <a:t>Rama Priya M M </a:t>
          </a:r>
        </a:p>
      </dgm:t>
    </dgm:pt>
    <dgm:pt modelId="{5233359F-E4A8-4D3C-8D17-54821012CE83}" type="parTrans" cxnId="{1739B33A-34B7-439A-8C82-078B16192041}">
      <dgm:prSet/>
      <dgm:spPr/>
      <dgm:t>
        <a:bodyPr/>
        <a:lstStyle/>
        <a:p>
          <a:endParaRPr lang="en-IN"/>
        </a:p>
      </dgm:t>
    </dgm:pt>
    <dgm:pt modelId="{661C33C4-C5E5-4B59-9F5A-8459B0969A67}" type="sibTrans" cxnId="{1739B33A-34B7-439A-8C82-078B16192041}">
      <dgm:prSet/>
      <dgm:spPr/>
      <dgm:t>
        <a:bodyPr/>
        <a:lstStyle/>
        <a:p>
          <a:endParaRPr lang="en-IN"/>
        </a:p>
      </dgm:t>
    </dgm:pt>
    <dgm:pt modelId="{53EFAF2D-7830-4D75-ABDB-F3AF7E55D868}">
      <dgm:prSet/>
      <dgm:spPr/>
      <dgm:t>
        <a:bodyPr/>
        <a:lstStyle/>
        <a:p>
          <a:r>
            <a:rPr lang="en-IN"/>
            <a:t>Team Member 2 </a:t>
          </a:r>
        </a:p>
      </dgm:t>
    </dgm:pt>
    <dgm:pt modelId="{0AD1FD84-5B19-43C0-99B0-7BF09F3A1DBB}" type="parTrans" cxnId="{42B52229-34C0-40C0-9E65-C9BE5E7442ED}">
      <dgm:prSet/>
      <dgm:spPr/>
      <dgm:t>
        <a:bodyPr/>
        <a:lstStyle/>
        <a:p>
          <a:endParaRPr lang="en-IN"/>
        </a:p>
      </dgm:t>
    </dgm:pt>
    <dgm:pt modelId="{A56C9989-4908-4AF6-BEFB-A1BDDA828A83}" type="sibTrans" cxnId="{42B52229-34C0-40C0-9E65-C9BE5E7442ED}">
      <dgm:prSet/>
      <dgm:spPr/>
      <dgm:t>
        <a:bodyPr/>
        <a:lstStyle/>
        <a:p>
          <a:endParaRPr lang="en-IN"/>
        </a:p>
      </dgm:t>
    </dgm:pt>
    <dgm:pt modelId="{6818A746-663E-4AF5-8C7A-EDC7CFFE3A70}">
      <dgm:prSet/>
      <dgm:spPr/>
      <dgm:t>
        <a:bodyPr/>
        <a:lstStyle/>
        <a:p>
          <a:r>
            <a:rPr lang="en-IN"/>
            <a:t>Team Member 3 </a:t>
          </a:r>
        </a:p>
      </dgm:t>
    </dgm:pt>
    <dgm:pt modelId="{918159BA-C2C3-4E59-A702-0905D5B7E2C8}" type="parTrans" cxnId="{0BA7205B-7A3A-42D3-86EB-1C9EB8C048CA}">
      <dgm:prSet/>
      <dgm:spPr/>
      <dgm:t>
        <a:bodyPr/>
        <a:lstStyle/>
        <a:p>
          <a:endParaRPr lang="en-IN"/>
        </a:p>
      </dgm:t>
    </dgm:pt>
    <dgm:pt modelId="{DD0F6DD0-9C08-421F-8E1C-C4C5C73E9A47}" type="sibTrans" cxnId="{0BA7205B-7A3A-42D3-86EB-1C9EB8C048CA}">
      <dgm:prSet/>
      <dgm:spPr/>
      <dgm:t>
        <a:bodyPr/>
        <a:lstStyle/>
        <a:p>
          <a:endParaRPr lang="en-IN"/>
        </a:p>
      </dgm:t>
    </dgm:pt>
    <dgm:pt modelId="{8CC0265B-F537-43E5-B5BA-B683FF5833E0}">
      <dgm:prSet/>
      <dgm:spPr/>
      <dgm:t>
        <a:bodyPr/>
        <a:lstStyle/>
        <a:p>
          <a:r>
            <a:rPr lang="en-IN"/>
            <a:t>Team Member 4 </a:t>
          </a:r>
        </a:p>
      </dgm:t>
    </dgm:pt>
    <dgm:pt modelId="{9CB1AF79-E8EF-42A6-91C3-89527605F5C6}" type="parTrans" cxnId="{CC875436-6376-4E7F-9257-EC676047838C}">
      <dgm:prSet/>
      <dgm:spPr/>
      <dgm:t>
        <a:bodyPr/>
        <a:lstStyle/>
        <a:p>
          <a:endParaRPr lang="en-IN"/>
        </a:p>
      </dgm:t>
    </dgm:pt>
    <dgm:pt modelId="{E4014D0E-AB54-44C1-ACBE-A6281964F4FD}" type="sibTrans" cxnId="{CC875436-6376-4E7F-9257-EC676047838C}">
      <dgm:prSet/>
      <dgm:spPr/>
      <dgm:t>
        <a:bodyPr/>
        <a:lstStyle/>
        <a:p>
          <a:endParaRPr lang="en-IN"/>
        </a:p>
      </dgm:t>
    </dgm:pt>
    <dgm:pt modelId="{FB89D7CE-D8DE-479B-9EFB-3A0712ED69C2}">
      <dgm:prSet/>
      <dgm:spPr/>
      <dgm:t>
        <a:bodyPr/>
        <a:lstStyle/>
        <a:p>
          <a:r>
            <a:rPr lang="en-IN" b="1"/>
            <a:t>Technologies Used</a:t>
          </a:r>
          <a:endParaRPr lang="en-IN"/>
        </a:p>
      </dgm:t>
    </dgm:pt>
    <dgm:pt modelId="{D8645E14-98F9-45A5-AD56-520302D33AFC}" type="parTrans" cxnId="{D9915A02-A2EE-485D-B8A0-53C7F3D670E2}">
      <dgm:prSet/>
      <dgm:spPr/>
      <dgm:t>
        <a:bodyPr/>
        <a:lstStyle/>
        <a:p>
          <a:endParaRPr lang="en-IN"/>
        </a:p>
      </dgm:t>
    </dgm:pt>
    <dgm:pt modelId="{64D9497E-9E39-4668-9748-D8CCB393F264}" type="sibTrans" cxnId="{D9915A02-A2EE-485D-B8A0-53C7F3D670E2}">
      <dgm:prSet/>
      <dgm:spPr/>
      <dgm:t>
        <a:bodyPr/>
        <a:lstStyle/>
        <a:p>
          <a:endParaRPr lang="en-IN"/>
        </a:p>
      </dgm:t>
    </dgm:pt>
    <dgm:pt modelId="{78DF15B4-0E8C-47D5-8792-36C985B46406}">
      <dgm:prSet/>
      <dgm:spPr/>
      <dgm:t>
        <a:bodyPr/>
        <a:lstStyle/>
        <a:p>
          <a:r>
            <a:rPr lang="en-IN"/>
            <a:t>n8n </a:t>
          </a:r>
        </a:p>
      </dgm:t>
    </dgm:pt>
    <dgm:pt modelId="{478497BB-9D3F-4C0C-BBEA-670F814FA330}" type="parTrans" cxnId="{FDB6A119-2E41-411D-B9E8-6DBA491DBAC2}">
      <dgm:prSet/>
      <dgm:spPr/>
      <dgm:t>
        <a:bodyPr/>
        <a:lstStyle/>
        <a:p>
          <a:endParaRPr lang="en-IN"/>
        </a:p>
      </dgm:t>
    </dgm:pt>
    <dgm:pt modelId="{06E4E1A0-8CE2-47B0-89D4-B94B7F923D0E}" type="sibTrans" cxnId="{FDB6A119-2E41-411D-B9E8-6DBA491DBAC2}">
      <dgm:prSet/>
      <dgm:spPr/>
      <dgm:t>
        <a:bodyPr/>
        <a:lstStyle/>
        <a:p>
          <a:endParaRPr lang="en-IN"/>
        </a:p>
      </dgm:t>
    </dgm:pt>
    <dgm:pt modelId="{7099550F-9001-49AC-ADC2-BBF9F647D44F}">
      <dgm:prSet/>
      <dgm:spPr/>
      <dgm:t>
        <a:bodyPr/>
        <a:lstStyle/>
        <a:p>
          <a:r>
            <a:rPr lang="en-IN"/>
            <a:t>AI Agent </a:t>
          </a:r>
        </a:p>
      </dgm:t>
    </dgm:pt>
    <dgm:pt modelId="{4227EF5B-6E4D-40A1-8D59-0F7AD81DAEFD}" type="parTrans" cxnId="{9B63B347-7A63-48D5-8C5E-7F0465C9068D}">
      <dgm:prSet/>
      <dgm:spPr/>
      <dgm:t>
        <a:bodyPr/>
        <a:lstStyle/>
        <a:p>
          <a:endParaRPr lang="en-IN"/>
        </a:p>
      </dgm:t>
    </dgm:pt>
    <dgm:pt modelId="{13F2F556-271C-4382-83F6-2DC17243B069}" type="sibTrans" cxnId="{9B63B347-7A63-48D5-8C5E-7F0465C9068D}">
      <dgm:prSet/>
      <dgm:spPr/>
      <dgm:t>
        <a:bodyPr/>
        <a:lstStyle/>
        <a:p>
          <a:endParaRPr lang="en-IN"/>
        </a:p>
      </dgm:t>
    </dgm:pt>
    <dgm:pt modelId="{EF6F00F5-1175-409A-9417-5352535A790C}">
      <dgm:prSet/>
      <dgm:spPr/>
      <dgm:t>
        <a:bodyPr/>
        <a:lstStyle/>
        <a:p>
          <a:r>
            <a:rPr lang="en-IN"/>
            <a:t>SQL Database </a:t>
          </a:r>
        </a:p>
      </dgm:t>
    </dgm:pt>
    <dgm:pt modelId="{3077249C-CDFF-4BA6-B855-4CDDB70CD588}" type="parTrans" cxnId="{3B6A9B42-BBE5-4EED-8C37-223254CA85EE}">
      <dgm:prSet/>
      <dgm:spPr/>
      <dgm:t>
        <a:bodyPr/>
        <a:lstStyle/>
        <a:p>
          <a:endParaRPr lang="en-IN"/>
        </a:p>
      </dgm:t>
    </dgm:pt>
    <dgm:pt modelId="{585DFCE9-D115-4FC8-9CB7-3A83FC616709}" type="sibTrans" cxnId="{3B6A9B42-BBE5-4EED-8C37-223254CA85EE}">
      <dgm:prSet/>
      <dgm:spPr/>
      <dgm:t>
        <a:bodyPr/>
        <a:lstStyle/>
        <a:p>
          <a:endParaRPr lang="en-IN"/>
        </a:p>
      </dgm:t>
    </dgm:pt>
    <dgm:pt modelId="{3E57434B-E507-47E2-962D-C49CA9EB7595}">
      <dgm:prSet/>
      <dgm:spPr/>
      <dgm:t>
        <a:bodyPr/>
        <a:lstStyle/>
        <a:p>
          <a:r>
            <a:rPr lang="en-IN"/>
            <a:t>HTML Dashboard </a:t>
          </a:r>
        </a:p>
      </dgm:t>
    </dgm:pt>
    <dgm:pt modelId="{2E9A5434-3DD4-42A1-A234-3950C2957EA4}" type="parTrans" cxnId="{CEDA3203-260C-4090-969A-9974D6C7B8E8}">
      <dgm:prSet/>
      <dgm:spPr/>
      <dgm:t>
        <a:bodyPr/>
        <a:lstStyle/>
        <a:p>
          <a:endParaRPr lang="en-IN"/>
        </a:p>
      </dgm:t>
    </dgm:pt>
    <dgm:pt modelId="{7E3A9DFC-E829-4BD8-BB9A-3F495B77AFD5}" type="sibTrans" cxnId="{CEDA3203-260C-4090-969A-9974D6C7B8E8}">
      <dgm:prSet/>
      <dgm:spPr/>
      <dgm:t>
        <a:bodyPr/>
        <a:lstStyle/>
        <a:p>
          <a:endParaRPr lang="en-IN"/>
        </a:p>
      </dgm:t>
    </dgm:pt>
    <dgm:pt modelId="{2A47712A-C10D-45C8-B912-C2565FADAB2B}">
      <dgm:prSet/>
      <dgm:spPr/>
      <dgm:t>
        <a:bodyPr/>
        <a:lstStyle/>
        <a:p>
          <a:endParaRPr lang="en-IN"/>
        </a:p>
      </dgm:t>
    </dgm:pt>
    <dgm:pt modelId="{3002394A-7890-49C1-8560-793EA4927EF6}" type="parTrans" cxnId="{66335180-628C-4317-8BE0-D274F97F1E38}">
      <dgm:prSet/>
      <dgm:spPr/>
      <dgm:t>
        <a:bodyPr/>
        <a:lstStyle/>
        <a:p>
          <a:endParaRPr lang="en-IN"/>
        </a:p>
      </dgm:t>
    </dgm:pt>
    <dgm:pt modelId="{06B569FF-EA89-46E9-8F54-A7822AEDCFB1}" type="sibTrans" cxnId="{66335180-628C-4317-8BE0-D274F97F1E38}">
      <dgm:prSet/>
      <dgm:spPr/>
      <dgm:t>
        <a:bodyPr/>
        <a:lstStyle/>
        <a:p>
          <a:endParaRPr lang="en-IN"/>
        </a:p>
      </dgm:t>
    </dgm:pt>
    <dgm:pt modelId="{8EC7FBAC-D17E-4037-908D-B66BC1553982}">
      <dgm:prSet/>
      <dgm:spPr/>
      <dgm:t>
        <a:bodyPr/>
        <a:lstStyle/>
        <a:p>
          <a:r>
            <a:rPr lang="en-IN" b="1"/>
            <a:t>Slide 2 – Problem Statement</a:t>
          </a:r>
          <a:endParaRPr lang="en-IN"/>
        </a:p>
      </dgm:t>
    </dgm:pt>
    <dgm:pt modelId="{F60C9B76-5792-413C-93AF-C9D3DD42E009}" type="parTrans" cxnId="{0E8BE056-182F-4E49-BDF5-7B8A58820979}">
      <dgm:prSet/>
      <dgm:spPr/>
      <dgm:t>
        <a:bodyPr/>
        <a:lstStyle/>
        <a:p>
          <a:endParaRPr lang="en-IN"/>
        </a:p>
      </dgm:t>
    </dgm:pt>
    <dgm:pt modelId="{4F0EF3B6-936F-425D-97D9-6442E8F94327}" type="sibTrans" cxnId="{0E8BE056-182F-4E49-BDF5-7B8A58820979}">
      <dgm:prSet/>
      <dgm:spPr/>
      <dgm:t>
        <a:bodyPr/>
        <a:lstStyle/>
        <a:p>
          <a:endParaRPr lang="en-IN"/>
        </a:p>
      </dgm:t>
    </dgm:pt>
    <dgm:pt modelId="{FE82A106-C03A-4B06-8CBA-B71C4931DD73}">
      <dgm:prSet/>
      <dgm:spPr/>
      <dgm:t>
        <a:bodyPr/>
        <a:lstStyle/>
        <a:p>
          <a:r>
            <a:rPr lang="en-IN" b="1"/>
            <a:t>Problem Statement</a:t>
          </a:r>
          <a:endParaRPr lang="en-IN"/>
        </a:p>
      </dgm:t>
    </dgm:pt>
    <dgm:pt modelId="{DDE5B4DA-8D21-4447-9761-ABCD35369445}" type="parTrans" cxnId="{1E2DAB13-1BB1-4CEC-9F4F-3AC8036B665C}">
      <dgm:prSet/>
      <dgm:spPr/>
      <dgm:t>
        <a:bodyPr/>
        <a:lstStyle/>
        <a:p>
          <a:endParaRPr lang="en-IN"/>
        </a:p>
      </dgm:t>
    </dgm:pt>
    <dgm:pt modelId="{ECAA5AB1-FFF5-4E0B-9745-718D8E699EEE}" type="sibTrans" cxnId="{1E2DAB13-1BB1-4CEC-9F4F-3AC8036B665C}">
      <dgm:prSet/>
      <dgm:spPr/>
      <dgm:t>
        <a:bodyPr/>
        <a:lstStyle/>
        <a:p>
          <a:endParaRPr lang="en-IN"/>
        </a:p>
      </dgm:t>
    </dgm:pt>
    <dgm:pt modelId="{95FE218B-7BAF-4D02-A0CA-0950864BEC90}">
      <dgm:prSet/>
      <dgm:spPr/>
      <dgm:t>
        <a:bodyPr/>
        <a:lstStyle/>
        <a:p>
          <a:r>
            <a:rPr lang="en-IN"/>
            <a:t>🔹 Organizations generate large amounts of business data daily.</a:t>
          </a:r>
        </a:p>
      </dgm:t>
    </dgm:pt>
    <dgm:pt modelId="{5DCC9242-3B00-40D5-9545-A168B9527DF3}" type="parTrans" cxnId="{3C67FB26-5FDA-4167-92F3-9676E047A089}">
      <dgm:prSet/>
      <dgm:spPr/>
      <dgm:t>
        <a:bodyPr/>
        <a:lstStyle/>
        <a:p>
          <a:endParaRPr lang="en-IN"/>
        </a:p>
      </dgm:t>
    </dgm:pt>
    <dgm:pt modelId="{927B2756-812E-48D0-97A7-673F272B6C52}" type="sibTrans" cxnId="{3C67FB26-5FDA-4167-92F3-9676E047A089}">
      <dgm:prSet/>
      <dgm:spPr/>
      <dgm:t>
        <a:bodyPr/>
        <a:lstStyle/>
        <a:p>
          <a:endParaRPr lang="en-IN"/>
        </a:p>
      </dgm:t>
    </dgm:pt>
    <dgm:pt modelId="{FF88409E-7107-4BCA-8454-FA02F038BBD3}">
      <dgm:prSet/>
      <dgm:spPr/>
      <dgm:t>
        <a:bodyPr/>
        <a:lstStyle/>
        <a:p>
          <a:r>
            <a:rPr lang="en-IN"/>
            <a:t>🔹 Analysts spend time creating and updating dashboards.</a:t>
          </a:r>
        </a:p>
      </dgm:t>
    </dgm:pt>
    <dgm:pt modelId="{DFE1418C-E041-4C0F-ABAE-32D93E8AACDD}" type="parTrans" cxnId="{4FE0313B-0036-4CFC-A470-913024791E2C}">
      <dgm:prSet/>
      <dgm:spPr/>
      <dgm:t>
        <a:bodyPr/>
        <a:lstStyle/>
        <a:p>
          <a:endParaRPr lang="en-IN"/>
        </a:p>
      </dgm:t>
    </dgm:pt>
    <dgm:pt modelId="{C6273E0A-6057-48CF-9923-92E9859E2428}" type="sibTrans" cxnId="{4FE0313B-0036-4CFC-A470-913024791E2C}">
      <dgm:prSet/>
      <dgm:spPr/>
      <dgm:t>
        <a:bodyPr/>
        <a:lstStyle/>
        <a:p>
          <a:endParaRPr lang="en-IN"/>
        </a:p>
      </dgm:t>
    </dgm:pt>
    <dgm:pt modelId="{4501777F-ADE0-4544-AB4C-3F3564ECAFBE}">
      <dgm:prSet/>
      <dgm:spPr/>
      <dgm:t>
        <a:bodyPr/>
        <a:lstStyle/>
        <a:p>
          <a:r>
            <a:rPr lang="en-IN"/>
            <a:t>🔹 Stakeholders depend on analysts for reports and insights.</a:t>
          </a:r>
        </a:p>
      </dgm:t>
    </dgm:pt>
    <dgm:pt modelId="{07D52360-81E6-4C18-BCE6-4137C3556748}" type="parTrans" cxnId="{2AEE308D-A308-4C87-9CCE-3CF44AB9BEAF}">
      <dgm:prSet/>
      <dgm:spPr/>
      <dgm:t>
        <a:bodyPr/>
        <a:lstStyle/>
        <a:p>
          <a:endParaRPr lang="en-IN"/>
        </a:p>
      </dgm:t>
    </dgm:pt>
    <dgm:pt modelId="{E13FBA40-DB26-454C-A5AC-37B3814B065B}" type="sibTrans" cxnId="{2AEE308D-A308-4C87-9CCE-3CF44AB9BEAF}">
      <dgm:prSet/>
      <dgm:spPr/>
      <dgm:t>
        <a:bodyPr/>
        <a:lstStyle/>
        <a:p>
          <a:endParaRPr lang="en-IN"/>
        </a:p>
      </dgm:t>
    </dgm:pt>
    <dgm:pt modelId="{3B5C51BA-20F2-4D97-B53E-68A36C71356D}">
      <dgm:prSet/>
      <dgm:spPr/>
      <dgm:t>
        <a:bodyPr/>
        <a:lstStyle/>
        <a:p>
          <a:r>
            <a:rPr lang="en-IN"/>
            <a:t>🔹 Traditional reporting is time-consuming.</a:t>
          </a:r>
        </a:p>
      </dgm:t>
    </dgm:pt>
    <dgm:pt modelId="{C53E7329-5283-4FFF-96C5-B3627226B9AF}" type="parTrans" cxnId="{86481CCD-5B7B-46AC-A0F1-A5AD6927541C}">
      <dgm:prSet/>
      <dgm:spPr/>
      <dgm:t>
        <a:bodyPr/>
        <a:lstStyle/>
        <a:p>
          <a:endParaRPr lang="en-IN"/>
        </a:p>
      </dgm:t>
    </dgm:pt>
    <dgm:pt modelId="{3F3F0A14-C27B-489B-81E8-2207EBDD0780}" type="sibTrans" cxnId="{86481CCD-5B7B-46AC-A0F1-A5AD6927541C}">
      <dgm:prSet/>
      <dgm:spPr/>
      <dgm:t>
        <a:bodyPr/>
        <a:lstStyle/>
        <a:p>
          <a:endParaRPr lang="en-IN"/>
        </a:p>
      </dgm:t>
    </dgm:pt>
    <dgm:pt modelId="{70C2AC3B-40E7-4C28-A151-19CE6319A06A}">
      <dgm:prSet/>
      <dgm:spPr/>
      <dgm:t>
        <a:bodyPr/>
        <a:lstStyle/>
        <a:p>
          <a:r>
            <a:rPr lang="en-IN"/>
            <a:t>🔹 Delayed insights can affect business decisions.</a:t>
          </a:r>
        </a:p>
      </dgm:t>
    </dgm:pt>
    <dgm:pt modelId="{88A346D4-4609-4FEA-81F3-EB2AA76FB051}" type="parTrans" cxnId="{EB04A105-A3E4-4BFA-A505-EA6639AC0193}">
      <dgm:prSet/>
      <dgm:spPr/>
      <dgm:t>
        <a:bodyPr/>
        <a:lstStyle/>
        <a:p>
          <a:endParaRPr lang="en-IN"/>
        </a:p>
      </dgm:t>
    </dgm:pt>
    <dgm:pt modelId="{A96C4662-0FC6-4E81-927C-E9C6A3B33FFE}" type="sibTrans" cxnId="{EB04A105-A3E4-4BFA-A505-EA6639AC0193}">
      <dgm:prSet/>
      <dgm:spPr/>
      <dgm:t>
        <a:bodyPr/>
        <a:lstStyle/>
        <a:p>
          <a:endParaRPr lang="en-IN"/>
        </a:p>
      </dgm:t>
    </dgm:pt>
    <dgm:pt modelId="{74A2E348-2585-4684-9E45-B6274390763C}">
      <dgm:prSet/>
      <dgm:spPr/>
      <dgm:t>
        <a:bodyPr/>
        <a:lstStyle/>
        <a:p>
          <a:r>
            <a:rPr lang="en-IN" b="1"/>
            <a:t>Objective</a:t>
          </a:r>
          <a:endParaRPr lang="en-IN"/>
        </a:p>
      </dgm:t>
    </dgm:pt>
    <dgm:pt modelId="{DC632934-C6BD-4219-A9C9-0B95893E7D5B}" type="parTrans" cxnId="{1DF15DF9-3D2D-4314-8E92-F036BEC0F5E2}">
      <dgm:prSet/>
      <dgm:spPr/>
      <dgm:t>
        <a:bodyPr/>
        <a:lstStyle/>
        <a:p>
          <a:endParaRPr lang="en-IN"/>
        </a:p>
      </dgm:t>
    </dgm:pt>
    <dgm:pt modelId="{E545E9EE-02DD-4428-8406-6EA81514722F}" type="sibTrans" cxnId="{1DF15DF9-3D2D-4314-8E92-F036BEC0F5E2}">
      <dgm:prSet/>
      <dgm:spPr/>
      <dgm:t>
        <a:bodyPr/>
        <a:lstStyle/>
        <a:p>
          <a:endParaRPr lang="en-IN"/>
        </a:p>
      </dgm:t>
    </dgm:pt>
    <dgm:pt modelId="{A86D5B83-18E3-44C6-AA8F-8C9A578668F8}">
      <dgm:prSet/>
      <dgm:spPr/>
      <dgm:t>
        <a:bodyPr/>
        <a:lstStyle/>
        <a:p>
          <a:r>
            <a:rPr lang="en-IN"/>
            <a:t>🎯 Transform business data into meaningful insights through AI-driven analytics and automated dashboard generation.</a:t>
          </a:r>
        </a:p>
      </dgm:t>
    </dgm:pt>
    <dgm:pt modelId="{10928D60-2CFF-478D-8C1B-4AAD79E00B62}" type="parTrans" cxnId="{E7F18B5F-6484-4F8A-B355-B633E5207DD1}">
      <dgm:prSet/>
      <dgm:spPr/>
      <dgm:t>
        <a:bodyPr/>
        <a:lstStyle/>
        <a:p>
          <a:endParaRPr lang="en-IN"/>
        </a:p>
      </dgm:t>
    </dgm:pt>
    <dgm:pt modelId="{C9FCE095-8CD9-4E34-8DCD-19BE15440EB3}" type="sibTrans" cxnId="{E7F18B5F-6484-4F8A-B355-B633E5207DD1}">
      <dgm:prSet/>
      <dgm:spPr/>
      <dgm:t>
        <a:bodyPr/>
        <a:lstStyle/>
        <a:p>
          <a:endParaRPr lang="en-IN"/>
        </a:p>
      </dgm:t>
    </dgm:pt>
    <dgm:pt modelId="{4D6D9C0F-6B8B-45DF-9993-8B7551B4516C}">
      <dgm:prSet/>
      <dgm:spPr/>
      <dgm:t>
        <a:bodyPr/>
        <a:lstStyle/>
        <a:p>
          <a:endParaRPr lang="en-IN"/>
        </a:p>
      </dgm:t>
    </dgm:pt>
    <dgm:pt modelId="{1CE48A31-0D06-4C72-AD6C-FA8656AE46CF}" type="parTrans" cxnId="{16C9F994-3776-4AE9-951C-5B4EBE80B2EB}">
      <dgm:prSet/>
      <dgm:spPr/>
      <dgm:t>
        <a:bodyPr/>
        <a:lstStyle/>
        <a:p>
          <a:endParaRPr lang="en-IN"/>
        </a:p>
      </dgm:t>
    </dgm:pt>
    <dgm:pt modelId="{90E048F9-2026-4304-B41C-DEA2DE842AB8}" type="sibTrans" cxnId="{16C9F994-3776-4AE9-951C-5B4EBE80B2EB}">
      <dgm:prSet/>
      <dgm:spPr/>
      <dgm:t>
        <a:bodyPr/>
        <a:lstStyle/>
        <a:p>
          <a:endParaRPr lang="en-IN"/>
        </a:p>
      </dgm:t>
    </dgm:pt>
    <dgm:pt modelId="{3C22FC63-22AE-4534-9CDB-374655E17296}">
      <dgm:prSet/>
      <dgm:spPr/>
      <dgm:t>
        <a:bodyPr/>
        <a:lstStyle/>
        <a:p>
          <a:r>
            <a:rPr lang="en-IN" b="1"/>
            <a:t>Slide 3 – Proposed Solution</a:t>
          </a:r>
          <a:endParaRPr lang="en-IN"/>
        </a:p>
      </dgm:t>
    </dgm:pt>
    <dgm:pt modelId="{6B252B56-F5D6-4C19-B75F-5FD4469382DC}" type="parTrans" cxnId="{6D573FE8-F7A8-42BF-94AE-23AD86583A30}">
      <dgm:prSet/>
      <dgm:spPr/>
      <dgm:t>
        <a:bodyPr/>
        <a:lstStyle/>
        <a:p>
          <a:endParaRPr lang="en-IN"/>
        </a:p>
      </dgm:t>
    </dgm:pt>
    <dgm:pt modelId="{03B820C9-7846-4654-B815-3CCE8E473947}" type="sibTrans" cxnId="{6D573FE8-F7A8-42BF-94AE-23AD86583A30}">
      <dgm:prSet/>
      <dgm:spPr/>
      <dgm:t>
        <a:bodyPr/>
        <a:lstStyle/>
        <a:p>
          <a:endParaRPr lang="en-IN"/>
        </a:p>
      </dgm:t>
    </dgm:pt>
    <dgm:pt modelId="{8C1588ED-6030-4163-84BE-D1A3F334A0F5}">
      <dgm:prSet/>
      <dgm:spPr/>
      <dgm:t>
        <a:bodyPr/>
        <a:lstStyle/>
        <a:p>
          <a:r>
            <a:rPr lang="en-IN" b="1"/>
            <a:t>Proposed Solution</a:t>
          </a:r>
          <a:endParaRPr lang="en-IN"/>
        </a:p>
      </dgm:t>
    </dgm:pt>
    <dgm:pt modelId="{8F394B8C-D5E4-4906-A58D-2938AFC38030}" type="parTrans" cxnId="{4509D428-D96C-4725-9908-1AEC68C79B59}">
      <dgm:prSet/>
      <dgm:spPr/>
      <dgm:t>
        <a:bodyPr/>
        <a:lstStyle/>
        <a:p>
          <a:endParaRPr lang="en-IN"/>
        </a:p>
      </dgm:t>
    </dgm:pt>
    <dgm:pt modelId="{BDB2D63A-BFDA-4466-8882-4E3BE6C3863C}" type="sibTrans" cxnId="{4509D428-D96C-4725-9908-1AEC68C79B59}">
      <dgm:prSet/>
      <dgm:spPr/>
      <dgm:t>
        <a:bodyPr/>
        <a:lstStyle/>
        <a:p>
          <a:endParaRPr lang="en-IN"/>
        </a:p>
      </dgm:t>
    </dgm:pt>
    <dgm:pt modelId="{DA4548FF-54DD-4AED-9C82-D731A7B8536F}">
      <dgm:prSet/>
      <dgm:spPr/>
      <dgm:t>
        <a:bodyPr/>
        <a:lstStyle/>
        <a:p>
          <a:r>
            <a:rPr lang="en-IN"/>
            <a:t>We developed an </a:t>
          </a:r>
          <a:r>
            <a:rPr lang="en-IN" b="1"/>
            <a:t>AI-Powered Business Intelligence Assistant</a:t>
          </a:r>
          <a:r>
            <a:rPr lang="en-IN"/>
            <a:t> that:</a:t>
          </a:r>
        </a:p>
      </dgm:t>
    </dgm:pt>
    <dgm:pt modelId="{39C9F10E-1D30-4B4E-8920-6AA843AFFD39}" type="parTrans" cxnId="{40C7C61D-F4A2-41B5-8105-E85E30C95D0E}">
      <dgm:prSet/>
      <dgm:spPr/>
      <dgm:t>
        <a:bodyPr/>
        <a:lstStyle/>
        <a:p>
          <a:endParaRPr lang="en-IN"/>
        </a:p>
      </dgm:t>
    </dgm:pt>
    <dgm:pt modelId="{3311EC61-5A98-448F-8E45-2363065F372E}" type="sibTrans" cxnId="{40C7C61D-F4A2-41B5-8105-E85E30C95D0E}">
      <dgm:prSet/>
      <dgm:spPr/>
      <dgm:t>
        <a:bodyPr/>
        <a:lstStyle/>
        <a:p>
          <a:endParaRPr lang="en-IN"/>
        </a:p>
      </dgm:t>
    </dgm:pt>
    <dgm:pt modelId="{48D9226B-0288-41D7-8BB1-9DAB07FD4C9E}">
      <dgm:prSet/>
      <dgm:spPr/>
      <dgm:t>
        <a:bodyPr/>
        <a:lstStyle/>
        <a:p>
          <a:r>
            <a:rPr lang="en-IN"/>
            <a:t>🤖 Understands user questions in natural language.</a:t>
          </a:r>
        </a:p>
      </dgm:t>
    </dgm:pt>
    <dgm:pt modelId="{A4C9C425-0480-4B13-8B48-C572AB27C84B}" type="parTrans" cxnId="{A4C425DF-5AB2-4094-A201-D1D0007A16D6}">
      <dgm:prSet/>
      <dgm:spPr/>
      <dgm:t>
        <a:bodyPr/>
        <a:lstStyle/>
        <a:p>
          <a:endParaRPr lang="en-IN"/>
        </a:p>
      </dgm:t>
    </dgm:pt>
    <dgm:pt modelId="{D58A1991-F596-4A63-86BD-3854C563E878}" type="sibTrans" cxnId="{A4C425DF-5AB2-4094-A201-D1D0007A16D6}">
      <dgm:prSet/>
      <dgm:spPr/>
      <dgm:t>
        <a:bodyPr/>
        <a:lstStyle/>
        <a:p>
          <a:endParaRPr lang="en-IN"/>
        </a:p>
      </dgm:t>
    </dgm:pt>
    <dgm:pt modelId="{9CE69DD3-DF9A-4930-A484-7DF12DFAB011}">
      <dgm:prSet/>
      <dgm:spPr/>
      <dgm:t>
        <a:bodyPr/>
        <a:lstStyle/>
        <a:p>
          <a:r>
            <a:rPr lang="en-IN"/>
            <a:t>🗄️ Connects with business databases.</a:t>
          </a:r>
        </a:p>
      </dgm:t>
    </dgm:pt>
    <dgm:pt modelId="{E5802F0C-28C6-47A2-ADEA-D2A33C8D5939}" type="parTrans" cxnId="{6E3ECC24-1A74-4889-9BFF-A45C9FC3765A}">
      <dgm:prSet/>
      <dgm:spPr/>
      <dgm:t>
        <a:bodyPr/>
        <a:lstStyle/>
        <a:p>
          <a:endParaRPr lang="en-IN"/>
        </a:p>
      </dgm:t>
    </dgm:pt>
    <dgm:pt modelId="{F89F1176-8CA6-4573-A7D7-BA4DF285E73B}" type="sibTrans" cxnId="{6E3ECC24-1A74-4889-9BFF-A45C9FC3765A}">
      <dgm:prSet/>
      <dgm:spPr/>
      <dgm:t>
        <a:bodyPr/>
        <a:lstStyle/>
        <a:p>
          <a:endParaRPr lang="en-IN"/>
        </a:p>
      </dgm:t>
    </dgm:pt>
    <dgm:pt modelId="{04305B27-20B6-4005-B550-83A33319EEE0}">
      <dgm:prSet/>
      <dgm:spPr/>
      <dgm:t>
        <a:bodyPr/>
        <a:lstStyle/>
        <a:p>
          <a:r>
            <a:rPr lang="en-IN"/>
            <a:t>📊 Automatically analyzes business data.</a:t>
          </a:r>
        </a:p>
      </dgm:t>
    </dgm:pt>
    <dgm:pt modelId="{FE789E3F-CF35-4973-BDE8-213889B74040}" type="parTrans" cxnId="{6FF464AD-3B3E-486F-BCB6-82D87C89C847}">
      <dgm:prSet/>
      <dgm:spPr/>
      <dgm:t>
        <a:bodyPr/>
        <a:lstStyle/>
        <a:p>
          <a:endParaRPr lang="en-IN"/>
        </a:p>
      </dgm:t>
    </dgm:pt>
    <dgm:pt modelId="{52600CF7-B5D3-4BA2-A6B3-108E9A3C8699}" type="sibTrans" cxnId="{6FF464AD-3B3E-486F-BCB6-82D87C89C847}">
      <dgm:prSet/>
      <dgm:spPr/>
      <dgm:t>
        <a:bodyPr/>
        <a:lstStyle/>
        <a:p>
          <a:endParaRPr lang="en-IN"/>
        </a:p>
      </dgm:t>
    </dgm:pt>
    <dgm:pt modelId="{063A922E-988D-44FB-8812-0BE19C35C173}">
      <dgm:prSet/>
      <dgm:spPr/>
      <dgm:t>
        <a:bodyPr/>
        <a:lstStyle/>
        <a:p>
          <a:r>
            <a:rPr lang="en-IN"/>
            <a:t>📈 Generates insights and reports.</a:t>
          </a:r>
        </a:p>
      </dgm:t>
    </dgm:pt>
    <dgm:pt modelId="{B0CE379F-68E7-4C31-99ED-7285C22C179F}" type="parTrans" cxnId="{7DD5F6EF-5090-45CF-BBB1-D6A5A42BB07C}">
      <dgm:prSet/>
      <dgm:spPr/>
      <dgm:t>
        <a:bodyPr/>
        <a:lstStyle/>
        <a:p>
          <a:endParaRPr lang="en-IN"/>
        </a:p>
      </dgm:t>
    </dgm:pt>
    <dgm:pt modelId="{1406DDF7-1666-4192-A243-06A19CA1B424}" type="sibTrans" cxnId="{7DD5F6EF-5090-45CF-BBB1-D6A5A42BB07C}">
      <dgm:prSet/>
      <dgm:spPr/>
      <dgm:t>
        <a:bodyPr/>
        <a:lstStyle/>
        <a:p>
          <a:endParaRPr lang="en-IN"/>
        </a:p>
      </dgm:t>
    </dgm:pt>
    <dgm:pt modelId="{49896B3E-C453-4481-A5F3-52058FF1CD95}">
      <dgm:prSet/>
      <dgm:spPr/>
      <dgm:t>
        <a:bodyPr/>
        <a:lstStyle/>
        <a:p>
          <a:r>
            <a:rPr lang="en-IN"/>
            <a:t>🌐 Creates interactive HTML dashboards.</a:t>
          </a:r>
        </a:p>
      </dgm:t>
    </dgm:pt>
    <dgm:pt modelId="{9A285334-1B60-43B5-AE08-A4C7E4235926}" type="parTrans" cxnId="{4BF38F21-8005-42AA-85B7-0949746BDE4B}">
      <dgm:prSet/>
      <dgm:spPr/>
      <dgm:t>
        <a:bodyPr/>
        <a:lstStyle/>
        <a:p>
          <a:endParaRPr lang="en-IN"/>
        </a:p>
      </dgm:t>
    </dgm:pt>
    <dgm:pt modelId="{83E2D252-B543-4C6E-971B-FDB986AE3F21}" type="sibTrans" cxnId="{4BF38F21-8005-42AA-85B7-0949746BDE4B}">
      <dgm:prSet/>
      <dgm:spPr/>
      <dgm:t>
        <a:bodyPr/>
        <a:lstStyle/>
        <a:p>
          <a:endParaRPr lang="en-IN"/>
        </a:p>
      </dgm:t>
    </dgm:pt>
    <dgm:pt modelId="{D8408792-AC63-4E39-B443-CF88681F7FF3}">
      <dgm:prSet/>
      <dgm:spPr/>
      <dgm:t>
        <a:bodyPr/>
        <a:lstStyle/>
        <a:p>
          <a:r>
            <a:rPr lang="en-IN" b="1"/>
            <a:t>Benefits</a:t>
          </a:r>
          <a:endParaRPr lang="en-IN"/>
        </a:p>
      </dgm:t>
    </dgm:pt>
    <dgm:pt modelId="{FC155EA5-B12C-486A-9640-4D5A596D5EB7}" type="parTrans" cxnId="{8BDD100B-F910-4935-BA10-E15B80969FDC}">
      <dgm:prSet/>
      <dgm:spPr/>
      <dgm:t>
        <a:bodyPr/>
        <a:lstStyle/>
        <a:p>
          <a:endParaRPr lang="en-IN"/>
        </a:p>
      </dgm:t>
    </dgm:pt>
    <dgm:pt modelId="{22076FA5-6B8C-446C-BA14-14DB8C84275C}" type="sibTrans" cxnId="{8BDD100B-F910-4935-BA10-E15B80969FDC}">
      <dgm:prSet/>
      <dgm:spPr/>
      <dgm:t>
        <a:bodyPr/>
        <a:lstStyle/>
        <a:p>
          <a:endParaRPr lang="en-IN"/>
        </a:p>
      </dgm:t>
    </dgm:pt>
    <dgm:pt modelId="{2DC1AE3D-7119-41C7-8CE1-0E7217F7F597}">
      <dgm:prSet/>
      <dgm:spPr/>
      <dgm:t>
        <a:bodyPr/>
        <a:lstStyle/>
        <a:p>
          <a:r>
            <a:rPr lang="en-IN"/>
            <a:t>✔ Reduced manual effort</a:t>
          </a:r>
        </a:p>
      </dgm:t>
    </dgm:pt>
    <dgm:pt modelId="{773EEEE7-2C84-45FD-88D0-00DFAC342FBA}" type="parTrans" cxnId="{CF2A4A3F-A7BB-4414-87B4-BE477330ACAE}">
      <dgm:prSet/>
      <dgm:spPr/>
      <dgm:t>
        <a:bodyPr/>
        <a:lstStyle/>
        <a:p>
          <a:endParaRPr lang="en-IN"/>
        </a:p>
      </dgm:t>
    </dgm:pt>
    <dgm:pt modelId="{29134A67-A259-49E6-8C65-F6C2EBD9FDB9}" type="sibTrans" cxnId="{CF2A4A3F-A7BB-4414-87B4-BE477330ACAE}">
      <dgm:prSet/>
      <dgm:spPr/>
      <dgm:t>
        <a:bodyPr/>
        <a:lstStyle/>
        <a:p>
          <a:endParaRPr lang="en-IN"/>
        </a:p>
      </dgm:t>
    </dgm:pt>
    <dgm:pt modelId="{9E23B182-4365-4460-AEAA-D6FC5DD96E6F}">
      <dgm:prSet/>
      <dgm:spPr/>
      <dgm:t>
        <a:bodyPr/>
        <a:lstStyle/>
        <a:p>
          <a:r>
            <a:rPr lang="en-IN"/>
            <a:t>✔ Faster dashboard creation</a:t>
          </a:r>
        </a:p>
      </dgm:t>
    </dgm:pt>
    <dgm:pt modelId="{52C88212-6401-4B6B-800C-70AB0A08A67E}" type="parTrans" cxnId="{EEB3EA86-C81B-4E3D-A6A5-CD95BD7DBE1B}">
      <dgm:prSet/>
      <dgm:spPr/>
      <dgm:t>
        <a:bodyPr/>
        <a:lstStyle/>
        <a:p>
          <a:endParaRPr lang="en-IN"/>
        </a:p>
      </dgm:t>
    </dgm:pt>
    <dgm:pt modelId="{AA3D406F-650A-46E9-BBBA-DDDCA0D4CE24}" type="sibTrans" cxnId="{EEB3EA86-C81B-4E3D-A6A5-CD95BD7DBE1B}">
      <dgm:prSet/>
      <dgm:spPr/>
      <dgm:t>
        <a:bodyPr/>
        <a:lstStyle/>
        <a:p>
          <a:endParaRPr lang="en-IN"/>
        </a:p>
      </dgm:t>
    </dgm:pt>
    <dgm:pt modelId="{0128484E-117A-4D7A-B7BB-60D306586382}">
      <dgm:prSet/>
      <dgm:spPr/>
      <dgm:t>
        <a:bodyPr/>
        <a:lstStyle/>
        <a:p>
          <a:r>
            <a:rPr lang="en-IN"/>
            <a:t>✔ Instant business insights</a:t>
          </a:r>
        </a:p>
      </dgm:t>
    </dgm:pt>
    <dgm:pt modelId="{4CE16591-D4D9-4149-AB0B-AD7EF5866BC4}" type="parTrans" cxnId="{B217777A-A37D-4957-809D-B820B377EBD6}">
      <dgm:prSet/>
      <dgm:spPr/>
      <dgm:t>
        <a:bodyPr/>
        <a:lstStyle/>
        <a:p>
          <a:endParaRPr lang="en-IN"/>
        </a:p>
      </dgm:t>
    </dgm:pt>
    <dgm:pt modelId="{454D722D-1939-4D08-BF77-7C7952B0C1E2}" type="sibTrans" cxnId="{B217777A-A37D-4957-809D-B820B377EBD6}">
      <dgm:prSet/>
      <dgm:spPr/>
      <dgm:t>
        <a:bodyPr/>
        <a:lstStyle/>
        <a:p>
          <a:endParaRPr lang="en-IN"/>
        </a:p>
      </dgm:t>
    </dgm:pt>
    <dgm:pt modelId="{EDBCCCD7-611B-4EDC-ACE8-D8B6349A97A2}">
      <dgm:prSet/>
      <dgm:spPr/>
      <dgm:t>
        <a:bodyPr/>
        <a:lstStyle/>
        <a:p>
          <a:endParaRPr lang="en-IN"/>
        </a:p>
      </dgm:t>
    </dgm:pt>
    <dgm:pt modelId="{63427AC2-6FBD-4152-B84B-0AD6AA3E858C}" type="parTrans" cxnId="{474B426F-C2A9-40E0-A676-D6EF03DE6FE2}">
      <dgm:prSet/>
      <dgm:spPr/>
      <dgm:t>
        <a:bodyPr/>
        <a:lstStyle/>
        <a:p>
          <a:endParaRPr lang="en-IN"/>
        </a:p>
      </dgm:t>
    </dgm:pt>
    <dgm:pt modelId="{F3167033-1F7F-4080-8F25-9A4FE83F9492}" type="sibTrans" cxnId="{474B426F-C2A9-40E0-A676-D6EF03DE6FE2}">
      <dgm:prSet/>
      <dgm:spPr/>
      <dgm:t>
        <a:bodyPr/>
        <a:lstStyle/>
        <a:p>
          <a:endParaRPr lang="en-IN"/>
        </a:p>
      </dgm:t>
    </dgm:pt>
    <dgm:pt modelId="{1B3BDC65-A3B7-42ED-B0A6-CBF099D80470}">
      <dgm:prSet/>
      <dgm:spPr/>
      <dgm:t>
        <a:bodyPr/>
        <a:lstStyle/>
        <a:p>
          <a:r>
            <a:rPr lang="en-IN" b="1"/>
            <a:t>Slide 4 – Workflow</a:t>
          </a:r>
          <a:endParaRPr lang="en-IN"/>
        </a:p>
      </dgm:t>
    </dgm:pt>
    <dgm:pt modelId="{3BA34C21-488C-426A-A579-A17360E4D533}" type="parTrans" cxnId="{710EBEF7-325A-48FA-AFA9-B0AA8CA5C5FC}">
      <dgm:prSet/>
      <dgm:spPr/>
      <dgm:t>
        <a:bodyPr/>
        <a:lstStyle/>
        <a:p>
          <a:endParaRPr lang="en-IN"/>
        </a:p>
      </dgm:t>
    </dgm:pt>
    <dgm:pt modelId="{C60C1AA7-7214-4F11-AA23-E1BB229C05DE}" type="sibTrans" cxnId="{710EBEF7-325A-48FA-AFA9-B0AA8CA5C5FC}">
      <dgm:prSet/>
      <dgm:spPr/>
      <dgm:t>
        <a:bodyPr/>
        <a:lstStyle/>
        <a:p>
          <a:endParaRPr lang="en-IN"/>
        </a:p>
      </dgm:t>
    </dgm:pt>
    <dgm:pt modelId="{7AC5B7C7-A925-4F41-8D54-49BFC1861047}">
      <dgm:prSet/>
      <dgm:spPr/>
      <dgm:t>
        <a:bodyPr/>
        <a:lstStyle/>
        <a:p>
          <a:endParaRPr lang="en-IN"/>
        </a:p>
      </dgm:t>
    </dgm:pt>
    <dgm:pt modelId="{CE591558-62C2-410B-9A3D-49E2C2938835}" type="parTrans" cxnId="{83BBD8F9-C77B-4333-8068-7B5BC2C3B2CB}">
      <dgm:prSet/>
      <dgm:spPr/>
      <dgm:t>
        <a:bodyPr/>
        <a:lstStyle/>
        <a:p>
          <a:endParaRPr lang="en-IN"/>
        </a:p>
      </dgm:t>
    </dgm:pt>
    <dgm:pt modelId="{BED48544-8E93-45E4-9805-3FB0618F2F97}" type="sibTrans" cxnId="{83BBD8F9-C77B-4333-8068-7B5BC2C3B2CB}">
      <dgm:prSet/>
      <dgm:spPr/>
      <dgm:t>
        <a:bodyPr/>
        <a:lstStyle/>
        <a:p>
          <a:endParaRPr lang="en-IN"/>
        </a:p>
      </dgm:t>
    </dgm:pt>
    <dgm:pt modelId="{6CED4E72-3BF8-4ADC-AD10-E34EFE153F86}">
      <dgm:prSet/>
      <dgm:spPr/>
      <dgm:t>
        <a:bodyPr/>
        <a:lstStyle/>
        <a:p>
          <a:endParaRPr lang="en-IN"/>
        </a:p>
      </dgm:t>
    </dgm:pt>
    <dgm:pt modelId="{17C81027-09BA-4514-9809-3EC553C41BD4}" type="parTrans" cxnId="{B770AFE2-E58D-4B13-862A-AE0B46BE17EA}">
      <dgm:prSet/>
      <dgm:spPr/>
      <dgm:t>
        <a:bodyPr/>
        <a:lstStyle/>
        <a:p>
          <a:endParaRPr lang="en-IN"/>
        </a:p>
      </dgm:t>
    </dgm:pt>
    <dgm:pt modelId="{5872A04D-4C7F-4457-B06F-6B4D5BB51934}" type="sibTrans" cxnId="{B770AFE2-E58D-4B13-862A-AE0B46BE17EA}">
      <dgm:prSet/>
      <dgm:spPr/>
      <dgm:t>
        <a:bodyPr/>
        <a:lstStyle/>
        <a:p>
          <a:endParaRPr lang="en-IN"/>
        </a:p>
      </dgm:t>
    </dgm:pt>
    <dgm:pt modelId="{0D7AF1BD-3915-4CB4-BA08-9AFFC44891B9}">
      <dgm:prSet/>
      <dgm:spPr/>
      <dgm:t>
        <a:bodyPr/>
        <a:lstStyle/>
        <a:p>
          <a:endParaRPr lang="en-IN"/>
        </a:p>
      </dgm:t>
    </dgm:pt>
    <dgm:pt modelId="{E981C48D-2B2C-47FC-98D2-17177C708CE1}" type="parTrans" cxnId="{29C63F73-47B6-4FAA-AF0D-3C52D4AC5E52}">
      <dgm:prSet/>
      <dgm:spPr/>
      <dgm:t>
        <a:bodyPr/>
        <a:lstStyle/>
        <a:p>
          <a:endParaRPr lang="en-IN"/>
        </a:p>
      </dgm:t>
    </dgm:pt>
    <dgm:pt modelId="{6FE890D4-8AC8-4CF5-BFCB-B69B27A99787}" type="sibTrans" cxnId="{29C63F73-47B6-4FAA-AF0D-3C52D4AC5E52}">
      <dgm:prSet/>
      <dgm:spPr/>
      <dgm:t>
        <a:bodyPr/>
        <a:lstStyle/>
        <a:p>
          <a:endParaRPr lang="en-IN"/>
        </a:p>
      </dgm:t>
    </dgm:pt>
    <dgm:pt modelId="{8C123EDE-FD43-4B56-952A-02E3F67C45E9}">
      <dgm:prSet/>
      <dgm:spPr/>
      <dgm:t>
        <a:bodyPr/>
        <a:lstStyle/>
        <a:p>
          <a:endParaRPr lang="en-IN"/>
        </a:p>
      </dgm:t>
    </dgm:pt>
    <dgm:pt modelId="{67CB1473-2A18-40AC-A1E6-40B7892F2CAB}" type="parTrans" cxnId="{215C5B26-6A79-4AD4-8DF2-1B64E08F0C4E}">
      <dgm:prSet/>
      <dgm:spPr/>
      <dgm:t>
        <a:bodyPr/>
        <a:lstStyle/>
        <a:p>
          <a:endParaRPr lang="en-IN"/>
        </a:p>
      </dgm:t>
    </dgm:pt>
    <dgm:pt modelId="{ABC24308-3CE7-44D1-B278-91BDCE51A0C5}" type="sibTrans" cxnId="{215C5B26-6A79-4AD4-8DF2-1B64E08F0C4E}">
      <dgm:prSet/>
      <dgm:spPr/>
      <dgm:t>
        <a:bodyPr/>
        <a:lstStyle/>
        <a:p>
          <a:endParaRPr lang="en-IN"/>
        </a:p>
      </dgm:t>
    </dgm:pt>
    <dgm:pt modelId="{30330A5B-C6D5-46A7-AE73-F7EFB1C8798E}">
      <dgm:prSet/>
      <dgm:spPr/>
      <dgm:t>
        <a:bodyPr/>
        <a:lstStyle/>
        <a:p>
          <a:endParaRPr lang="en-IN"/>
        </a:p>
      </dgm:t>
    </dgm:pt>
    <dgm:pt modelId="{4F76A875-8A8E-4F87-A08C-900C97E9091B}" type="parTrans" cxnId="{5A381DAC-5935-473C-9C72-6E5D1387EDBA}">
      <dgm:prSet/>
      <dgm:spPr/>
      <dgm:t>
        <a:bodyPr/>
        <a:lstStyle/>
        <a:p>
          <a:endParaRPr lang="en-IN"/>
        </a:p>
      </dgm:t>
    </dgm:pt>
    <dgm:pt modelId="{513C197C-BDB4-482D-9D83-0546AA676371}" type="sibTrans" cxnId="{5A381DAC-5935-473C-9C72-6E5D1387EDBA}">
      <dgm:prSet/>
      <dgm:spPr/>
      <dgm:t>
        <a:bodyPr/>
        <a:lstStyle/>
        <a:p>
          <a:endParaRPr lang="en-IN"/>
        </a:p>
      </dgm:t>
    </dgm:pt>
    <dgm:pt modelId="{14A902A1-ACC6-4439-AE25-86C946F00DE9}">
      <dgm:prSet/>
      <dgm:spPr/>
      <dgm:t>
        <a:bodyPr/>
        <a:lstStyle/>
        <a:p>
          <a:endParaRPr lang="en-IN"/>
        </a:p>
      </dgm:t>
    </dgm:pt>
    <dgm:pt modelId="{74F2964D-85F4-45BA-B705-E3C8E41E8ED7}" type="parTrans" cxnId="{840BF184-5E8F-4DFE-B8E3-CDB3DA384415}">
      <dgm:prSet/>
      <dgm:spPr/>
      <dgm:t>
        <a:bodyPr/>
        <a:lstStyle/>
        <a:p>
          <a:endParaRPr lang="en-IN"/>
        </a:p>
      </dgm:t>
    </dgm:pt>
    <dgm:pt modelId="{47FC7D96-E74C-46AE-A749-E2C0B18F13A4}" type="sibTrans" cxnId="{840BF184-5E8F-4DFE-B8E3-CDB3DA384415}">
      <dgm:prSet/>
      <dgm:spPr/>
      <dgm:t>
        <a:bodyPr/>
        <a:lstStyle/>
        <a:p>
          <a:endParaRPr lang="en-IN"/>
        </a:p>
      </dgm:t>
    </dgm:pt>
    <dgm:pt modelId="{201D7BBC-91C4-490E-B2E8-4DD476200F51}">
      <dgm:prSet/>
      <dgm:spPr/>
      <dgm:t>
        <a:bodyPr/>
        <a:lstStyle/>
        <a:p>
          <a:endParaRPr lang="en-IN"/>
        </a:p>
      </dgm:t>
    </dgm:pt>
    <dgm:pt modelId="{E5819D99-228E-4385-8C5B-24A4071673FD}" type="parTrans" cxnId="{637E8044-9242-4725-B4C1-271E48714864}">
      <dgm:prSet/>
      <dgm:spPr/>
      <dgm:t>
        <a:bodyPr/>
        <a:lstStyle/>
        <a:p>
          <a:endParaRPr lang="en-IN"/>
        </a:p>
      </dgm:t>
    </dgm:pt>
    <dgm:pt modelId="{A66C3FC4-13CF-42A6-92E9-C19C947AD157}" type="sibTrans" cxnId="{637E8044-9242-4725-B4C1-271E48714864}">
      <dgm:prSet/>
      <dgm:spPr/>
      <dgm:t>
        <a:bodyPr/>
        <a:lstStyle/>
        <a:p>
          <a:endParaRPr lang="en-IN"/>
        </a:p>
      </dgm:t>
    </dgm:pt>
    <dgm:pt modelId="{DFB8FEE4-879C-432E-AC1C-515C178A2A72}">
      <dgm:prSet/>
      <dgm:spPr/>
      <dgm:t>
        <a:bodyPr/>
        <a:lstStyle/>
        <a:p>
          <a:endParaRPr lang="en-IN"/>
        </a:p>
      </dgm:t>
    </dgm:pt>
    <dgm:pt modelId="{AF6A6A3A-1F76-4FE3-9EB1-6F4AD17FD7F2}" type="parTrans" cxnId="{E80AA604-15E1-43FD-B772-AC2D37A81A5C}">
      <dgm:prSet/>
      <dgm:spPr/>
      <dgm:t>
        <a:bodyPr/>
        <a:lstStyle/>
        <a:p>
          <a:endParaRPr lang="en-IN"/>
        </a:p>
      </dgm:t>
    </dgm:pt>
    <dgm:pt modelId="{8696E76E-AF08-4620-99C7-696EA5C4AF79}" type="sibTrans" cxnId="{E80AA604-15E1-43FD-B772-AC2D37A81A5C}">
      <dgm:prSet/>
      <dgm:spPr/>
      <dgm:t>
        <a:bodyPr/>
        <a:lstStyle/>
        <a:p>
          <a:endParaRPr lang="en-IN"/>
        </a:p>
      </dgm:t>
    </dgm:pt>
    <dgm:pt modelId="{0864F5D6-DF91-459B-92BD-79BFB692EC32}">
      <dgm:prSet/>
      <dgm:spPr/>
      <dgm:t>
        <a:bodyPr/>
        <a:lstStyle/>
        <a:p>
          <a:endParaRPr lang="en-IN"/>
        </a:p>
      </dgm:t>
    </dgm:pt>
    <dgm:pt modelId="{CEAF8A7E-6263-471B-8E51-378C962ED6C2}" type="parTrans" cxnId="{DC8EA076-3DA6-49FD-8247-3A4845246604}">
      <dgm:prSet/>
      <dgm:spPr/>
      <dgm:t>
        <a:bodyPr/>
        <a:lstStyle/>
        <a:p>
          <a:endParaRPr lang="en-IN"/>
        </a:p>
      </dgm:t>
    </dgm:pt>
    <dgm:pt modelId="{DD7D6ADC-B724-4799-8DB1-728A4921662F}" type="sibTrans" cxnId="{DC8EA076-3DA6-49FD-8247-3A4845246604}">
      <dgm:prSet/>
      <dgm:spPr/>
      <dgm:t>
        <a:bodyPr/>
        <a:lstStyle/>
        <a:p>
          <a:endParaRPr lang="en-IN"/>
        </a:p>
      </dgm:t>
    </dgm:pt>
    <dgm:pt modelId="{9F10F5B4-4BDB-445F-977E-211B7FBC3075}">
      <dgm:prSet/>
      <dgm:spPr/>
      <dgm:t>
        <a:bodyPr/>
        <a:lstStyle/>
        <a:p>
          <a:endParaRPr lang="en-IN"/>
        </a:p>
      </dgm:t>
    </dgm:pt>
    <dgm:pt modelId="{1108AF74-0A87-48EE-8EE4-CCFBA2B23CE3}" type="parTrans" cxnId="{36BB0E69-D549-4848-A541-508F5D7BD018}">
      <dgm:prSet/>
      <dgm:spPr/>
      <dgm:t>
        <a:bodyPr/>
        <a:lstStyle/>
        <a:p>
          <a:endParaRPr lang="en-IN"/>
        </a:p>
      </dgm:t>
    </dgm:pt>
    <dgm:pt modelId="{3A74FA0A-C0DA-4509-891D-34373F0A9E10}" type="sibTrans" cxnId="{36BB0E69-D549-4848-A541-508F5D7BD018}">
      <dgm:prSet/>
      <dgm:spPr/>
      <dgm:t>
        <a:bodyPr/>
        <a:lstStyle/>
        <a:p>
          <a:endParaRPr lang="en-IN"/>
        </a:p>
      </dgm:t>
    </dgm:pt>
    <dgm:pt modelId="{EBB384D4-A41B-45B8-BEEF-60564E92CCBC}">
      <dgm:prSet/>
      <dgm:spPr/>
      <dgm:t>
        <a:bodyPr/>
        <a:lstStyle/>
        <a:p>
          <a:endParaRPr lang="en-IN"/>
        </a:p>
      </dgm:t>
    </dgm:pt>
    <dgm:pt modelId="{4A0FA666-A0AE-4825-A3AE-098247950055}" type="parTrans" cxnId="{22EE1016-F35F-4F23-8D77-62640AB7AC5D}">
      <dgm:prSet/>
      <dgm:spPr/>
      <dgm:t>
        <a:bodyPr/>
        <a:lstStyle/>
        <a:p>
          <a:endParaRPr lang="en-IN"/>
        </a:p>
      </dgm:t>
    </dgm:pt>
    <dgm:pt modelId="{AC1B60FF-08AA-4827-88AC-FF77CEB9E753}" type="sibTrans" cxnId="{22EE1016-F35F-4F23-8D77-62640AB7AC5D}">
      <dgm:prSet/>
      <dgm:spPr/>
      <dgm:t>
        <a:bodyPr/>
        <a:lstStyle/>
        <a:p>
          <a:endParaRPr lang="en-IN"/>
        </a:p>
      </dgm:t>
    </dgm:pt>
    <dgm:pt modelId="{E963C71B-9ADE-41BA-BCB9-85C51BDE9F50}">
      <dgm:prSet/>
      <dgm:spPr/>
      <dgm:t>
        <a:bodyPr/>
        <a:lstStyle/>
        <a:p>
          <a:endParaRPr lang="en-IN"/>
        </a:p>
      </dgm:t>
    </dgm:pt>
    <dgm:pt modelId="{E67E793F-A30F-4D03-B060-513A432408D3}" type="parTrans" cxnId="{B4EA0591-B928-4375-83B3-05333983FF3F}">
      <dgm:prSet/>
      <dgm:spPr/>
      <dgm:t>
        <a:bodyPr/>
        <a:lstStyle/>
        <a:p>
          <a:endParaRPr lang="en-IN"/>
        </a:p>
      </dgm:t>
    </dgm:pt>
    <dgm:pt modelId="{210180E0-1406-4B76-8A72-51C266D9F6AB}" type="sibTrans" cxnId="{B4EA0591-B928-4375-83B3-05333983FF3F}">
      <dgm:prSet/>
      <dgm:spPr/>
      <dgm:t>
        <a:bodyPr/>
        <a:lstStyle/>
        <a:p>
          <a:endParaRPr lang="en-IN"/>
        </a:p>
      </dgm:t>
    </dgm:pt>
    <dgm:pt modelId="{B6D15390-FF70-41F7-BD28-5F4BC7ADDB7F}">
      <dgm:prSet/>
      <dgm:spPr/>
      <dgm:t>
        <a:bodyPr/>
        <a:lstStyle/>
        <a:p>
          <a:endParaRPr lang="en-IN"/>
        </a:p>
      </dgm:t>
    </dgm:pt>
    <dgm:pt modelId="{8AC37916-6CA2-4BBA-857A-810E8514CA7F}" type="parTrans" cxnId="{A1526DDB-CE5D-47E0-BDC5-7F7C1BD36308}">
      <dgm:prSet/>
      <dgm:spPr/>
      <dgm:t>
        <a:bodyPr/>
        <a:lstStyle/>
        <a:p>
          <a:endParaRPr lang="en-IN"/>
        </a:p>
      </dgm:t>
    </dgm:pt>
    <dgm:pt modelId="{32930260-9D75-45A1-94CE-0A512C76E7A1}" type="sibTrans" cxnId="{A1526DDB-CE5D-47E0-BDC5-7F7C1BD36308}">
      <dgm:prSet/>
      <dgm:spPr/>
      <dgm:t>
        <a:bodyPr/>
        <a:lstStyle/>
        <a:p>
          <a:endParaRPr lang="en-IN"/>
        </a:p>
      </dgm:t>
    </dgm:pt>
    <dgm:pt modelId="{76DC990F-9A92-4926-B046-A04A8D7D1672}">
      <dgm:prSet/>
      <dgm:spPr/>
      <dgm:t>
        <a:bodyPr/>
        <a:lstStyle/>
        <a:p>
          <a:endParaRPr lang="en-IN"/>
        </a:p>
      </dgm:t>
    </dgm:pt>
    <dgm:pt modelId="{54601744-107A-400E-B55C-0E903D23D00B}" type="parTrans" cxnId="{5A5C15BC-817A-49C2-AF41-E848BE9DA582}">
      <dgm:prSet/>
      <dgm:spPr/>
      <dgm:t>
        <a:bodyPr/>
        <a:lstStyle/>
        <a:p>
          <a:endParaRPr lang="en-IN"/>
        </a:p>
      </dgm:t>
    </dgm:pt>
    <dgm:pt modelId="{7B1EE14A-5246-40F0-86F7-452ECF424CAB}" type="sibTrans" cxnId="{5A5C15BC-817A-49C2-AF41-E848BE9DA582}">
      <dgm:prSet/>
      <dgm:spPr/>
      <dgm:t>
        <a:bodyPr/>
        <a:lstStyle/>
        <a:p>
          <a:endParaRPr lang="en-IN"/>
        </a:p>
      </dgm:t>
    </dgm:pt>
    <dgm:pt modelId="{1D32CAD9-DA58-4CBC-90E1-87A75D516933}">
      <dgm:prSet/>
      <dgm:spPr/>
      <dgm:t>
        <a:bodyPr/>
        <a:lstStyle/>
        <a:p>
          <a:endParaRPr lang="en-IN"/>
        </a:p>
      </dgm:t>
    </dgm:pt>
    <dgm:pt modelId="{93B29AAA-51E7-4B1F-A8DB-141A7731EF9D}" type="parTrans" cxnId="{0BECE378-E141-48BB-8918-C7BA569A3B2E}">
      <dgm:prSet/>
      <dgm:spPr/>
      <dgm:t>
        <a:bodyPr/>
        <a:lstStyle/>
        <a:p>
          <a:endParaRPr lang="en-IN"/>
        </a:p>
      </dgm:t>
    </dgm:pt>
    <dgm:pt modelId="{B2616A26-EBB3-4DA0-91EF-FC199332FBFC}" type="sibTrans" cxnId="{0BECE378-E141-48BB-8918-C7BA569A3B2E}">
      <dgm:prSet/>
      <dgm:spPr/>
      <dgm:t>
        <a:bodyPr/>
        <a:lstStyle/>
        <a:p>
          <a:endParaRPr lang="en-IN"/>
        </a:p>
      </dgm:t>
    </dgm:pt>
    <dgm:pt modelId="{E84E71B0-9FD8-431B-A1D1-CC3AD729FD51}">
      <dgm:prSet/>
      <dgm:spPr/>
      <dgm:t>
        <a:bodyPr/>
        <a:lstStyle/>
        <a:p>
          <a:endParaRPr lang="en-IN"/>
        </a:p>
      </dgm:t>
    </dgm:pt>
    <dgm:pt modelId="{BCBFA62C-E7DA-4C33-9B0F-709EF288D177}" type="parTrans" cxnId="{EA437778-6FBE-41DF-B0DA-FCA1031E321F}">
      <dgm:prSet/>
      <dgm:spPr/>
      <dgm:t>
        <a:bodyPr/>
        <a:lstStyle/>
        <a:p>
          <a:endParaRPr lang="en-IN"/>
        </a:p>
      </dgm:t>
    </dgm:pt>
    <dgm:pt modelId="{8CC4188D-4001-4DEE-9699-57AC99A09D7C}" type="sibTrans" cxnId="{EA437778-6FBE-41DF-B0DA-FCA1031E321F}">
      <dgm:prSet/>
      <dgm:spPr/>
      <dgm:t>
        <a:bodyPr/>
        <a:lstStyle/>
        <a:p>
          <a:endParaRPr lang="en-IN"/>
        </a:p>
      </dgm:t>
    </dgm:pt>
    <dgm:pt modelId="{2D57F855-B5B6-4397-A59F-4F95D39CF0A8}">
      <dgm:prSet/>
      <dgm:spPr/>
      <dgm:t>
        <a:bodyPr/>
        <a:lstStyle/>
        <a:p>
          <a:endParaRPr lang="en-IN"/>
        </a:p>
      </dgm:t>
    </dgm:pt>
    <dgm:pt modelId="{8F912AC6-CE94-4C32-90FA-16C4401D12F5}" type="parTrans" cxnId="{E05BD215-4554-4696-9C44-B75936D9B46B}">
      <dgm:prSet/>
      <dgm:spPr/>
      <dgm:t>
        <a:bodyPr/>
        <a:lstStyle/>
        <a:p>
          <a:endParaRPr lang="en-IN"/>
        </a:p>
      </dgm:t>
    </dgm:pt>
    <dgm:pt modelId="{34E12CF1-F16B-4BC0-973F-BDFADF9A91A7}" type="sibTrans" cxnId="{E05BD215-4554-4696-9C44-B75936D9B46B}">
      <dgm:prSet/>
      <dgm:spPr/>
      <dgm:t>
        <a:bodyPr/>
        <a:lstStyle/>
        <a:p>
          <a:endParaRPr lang="en-IN"/>
        </a:p>
      </dgm:t>
    </dgm:pt>
    <dgm:pt modelId="{FF5637E8-12D6-4974-8C87-FFD3274E365D}">
      <dgm:prSet/>
      <dgm:spPr/>
      <dgm:t>
        <a:bodyPr/>
        <a:lstStyle/>
        <a:p>
          <a:endParaRPr lang="en-IN"/>
        </a:p>
      </dgm:t>
    </dgm:pt>
    <dgm:pt modelId="{996A6E3D-87A8-4463-8C76-ED726BDB1632}" type="parTrans" cxnId="{964532E4-7113-481F-A8C6-E60AFE27FF44}">
      <dgm:prSet/>
      <dgm:spPr/>
      <dgm:t>
        <a:bodyPr/>
        <a:lstStyle/>
        <a:p>
          <a:endParaRPr lang="en-IN"/>
        </a:p>
      </dgm:t>
    </dgm:pt>
    <dgm:pt modelId="{DB6D008D-A48C-4B4C-A910-8F4CC5116893}" type="sibTrans" cxnId="{964532E4-7113-481F-A8C6-E60AFE27FF44}">
      <dgm:prSet/>
      <dgm:spPr/>
      <dgm:t>
        <a:bodyPr/>
        <a:lstStyle/>
        <a:p>
          <a:endParaRPr lang="en-IN"/>
        </a:p>
      </dgm:t>
    </dgm:pt>
    <dgm:pt modelId="{1F2BEED1-5FE0-49F4-8551-03D786982FC0}">
      <dgm:prSet/>
      <dgm:spPr/>
      <dgm:t>
        <a:bodyPr/>
        <a:lstStyle/>
        <a:p>
          <a:endParaRPr lang="en-IN"/>
        </a:p>
      </dgm:t>
    </dgm:pt>
    <dgm:pt modelId="{0E56D4AA-A07B-40A3-B0C4-1A02E72CF2AB}" type="parTrans" cxnId="{3B7C02D8-5C57-41D6-9932-0943736FA95C}">
      <dgm:prSet/>
      <dgm:spPr/>
      <dgm:t>
        <a:bodyPr/>
        <a:lstStyle/>
        <a:p>
          <a:endParaRPr lang="en-IN"/>
        </a:p>
      </dgm:t>
    </dgm:pt>
    <dgm:pt modelId="{3E3DB837-B775-4C71-94C6-39C1FBCF2BFF}" type="sibTrans" cxnId="{3B7C02D8-5C57-41D6-9932-0943736FA95C}">
      <dgm:prSet/>
      <dgm:spPr/>
      <dgm:t>
        <a:bodyPr/>
        <a:lstStyle/>
        <a:p>
          <a:endParaRPr lang="en-IN"/>
        </a:p>
      </dgm:t>
    </dgm:pt>
    <dgm:pt modelId="{E4E6D1B8-3E60-4E04-A388-455ED7E292F9}">
      <dgm:prSet/>
      <dgm:spPr/>
      <dgm:t>
        <a:bodyPr/>
        <a:lstStyle/>
        <a:p>
          <a:endParaRPr lang="en-IN"/>
        </a:p>
      </dgm:t>
    </dgm:pt>
    <dgm:pt modelId="{87B327D1-E28A-49A0-9A42-BCFB78F6D494}" type="parTrans" cxnId="{AC6CA99C-9B83-46C0-B12E-C30752737A90}">
      <dgm:prSet/>
      <dgm:spPr/>
      <dgm:t>
        <a:bodyPr/>
        <a:lstStyle/>
        <a:p>
          <a:endParaRPr lang="en-IN"/>
        </a:p>
      </dgm:t>
    </dgm:pt>
    <dgm:pt modelId="{E52C2FE0-0309-4315-BFA0-95EE84542A9C}" type="sibTrans" cxnId="{AC6CA99C-9B83-46C0-B12E-C30752737A90}">
      <dgm:prSet/>
      <dgm:spPr/>
      <dgm:t>
        <a:bodyPr/>
        <a:lstStyle/>
        <a:p>
          <a:endParaRPr lang="en-IN"/>
        </a:p>
      </dgm:t>
    </dgm:pt>
    <dgm:pt modelId="{9FF3A146-A3B7-43F0-AE7A-50609BC57E0F}">
      <dgm:prSet/>
      <dgm:spPr/>
      <dgm:t>
        <a:bodyPr/>
        <a:lstStyle/>
        <a:p>
          <a:endParaRPr lang="en-IN"/>
        </a:p>
      </dgm:t>
    </dgm:pt>
    <dgm:pt modelId="{E771A1D5-2773-4A50-B5B9-4F41FDFF87A6}" type="parTrans" cxnId="{C14B0038-2598-4DD2-BBCD-28E8589B251A}">
      <dgm:prSet/>
      <dgm:spPr/>
      <dgm:t>
        <a:bodyPr/>
        <a:lstStyle/>
        <a:p>
          <a:endParaRPr lang="en-IN"/>
        </a:p>
      </dgm:t>
    </dgm:pt>
    <dgm:pt modelId="{5BE4BEC4-B730-48EF-9F3F-875D20F58077}" type="sibTrans" cxnId="{C14B0038-2598-4DD2-BBCD-28E8589B251A}">
      <dgm:prSet/>
      <dgm:spPr/>
      <dgm:t>
        <a:bodyPr/>
        <a:lstStyle/>
        <a:p>
          <a:endParaRPr lang="en-IN"/>
        </a:p>
      </dgm:t>
    </dgm:pt>
    <dgm:pt modelId="{D4575A53-C7A9-422F-87FA-2DDC633F6275}">
      <dgm:prSet/>
      <dgm:spPr/>
      <dgm:t>
        <a:bodyPr/>
        <a:lstStyle/>
        <a:p>
          <a:endParaRPr lang="en-IN"/>
        </a:p>
      </dgm:t>
    </dgm:pt>
    <dgm:pt modelId="{D1986877-91EF-464F-84C0-F70428EAEACB}" type="parTrans" cxnId="{6D1851A7-48AD-4320-9D87-4C7DEB8ADADE}">
      <dgm:prSet/>
      <dgm:spPr/>
      <dgm:t>
        <a:bodyPr/>
        <a:lstStyle/>
        <a:p>
          <a:endParaRPr lang="en-IN"/>
        </a:p>
      </dgm:t>
    </dgm:pt>
    <dgm:pt modelId="{D0B716FE-2485-4C0C-8E00-8752C875E680}" type="sibTrans" cxnId="{6D1851A7-48AD-4320-9D87-4C7DEB8ADADE}">
      <dgm:prSet/>
      <dgm:spPr/>
      <dgm:t>
        <a:bodyPr/>
        <a:lstStyle/>
        <a:p>
          <a:endParaRPr lang="en-IN"/>
        </a:p>
      </dgm:t>
    </dgm:pt>
    <dgm:pt modelId="{6DFEF80C-4092-4246-818F-691B1AEF02DC}">
      <dgm:prSet/>
      <dgm:spPr/>
      <dgm:t>
        <a:bodyPr/>
        <a:lstStyle/>
        <a:p>
          <a:endParaRPr lang="en-IN"/>
        </a:p>
      </dgm:t>
    </dgm:pt>
    <dgm:pt modelId="{C480CAAC-6EF8-4083-90D9-E3C27463376C}" type="parTrans" cxnId="{657D809A-B118-42F8-91E0-4337BF8FB385}">
      <dgm:prSet/>
      <dgm:spPr/>
      <dgm:t>
        <a:bodyPr/>
        <a:lstStyle/>
        <a:p>
          <a:endParaRPr lang="en-IN"/>
        </a:p>
      </dgm:t>
    </dgm:pt>
    <dgm:pt modelId="{C0986BFF-0070-4C71-9FF3-A5B85BAC7EA2}" type="sibTrans" cxnId="{657D809A-B118-42F8-91E0-4337BF8FB385}">
      <dgm:prSet/>
      <dgm:spPr/>
      <dgm:t>
        <a:bodyPr/>
        <a:lstStyle/>
        <a:p>
          <a:endParaRPr lang="en-IN"/>
        </a:p>
      </dgm:t>
    </dgm:pt>
    <dgm:pt modelId="{4D68B7BC-F2B2-47AA-A34B-710F199884B8}">
      <dgm:prSet/>
      <dgm:spPr/>
      <dgm:t>
        <a:bodyPr/>
        <a:lstStyle/>
        <a:p>
          <a:endParaRPr lang="en-IN"/>
        </a:p>
      </dgm:t>
    </dgm:pt>
    <dgm:pt modelId="{55AA881A-EFB2-4D80-92D7-8C38121487B0}" type="parTrans" cxnId="{F7926E6A-C9B8-40D0-BA26-AC82B1CFBCF2}">
      <dgm:prSet/>
      <dgm:spPr/>
      <dgm:t>
        <a:bodyPr/>
        <a:lstStyle/>
        <a:p>
          <a:endParaRPr lang="en-IN"/>
        </a:p>
      </dgm:t>
    </dgm:pt>
    <dgm:pt modelId="{B649AA91-33B3-4C4F-8903-DDCC6B5AA0F6}" type="sibTrans" cxnId="{F7926E6A-C9B8-40D0-BA26-AC82B1CFBCF2}">
      <dgm:prSet/>
      <dgm:spPr/>
      <dgm:t>
        <a:bodyPr/>
        <a:lstStyle/>
        <a:p>
          <a:endParaRPr lang="en-IN"/>
        </a:p>
      </dgm:t>
    </dgm:pt>
    <dgm:pt modelId="{F913885F-05F5-420E-BD14-50726C99EF0B}">
      <dgm:prSet/>
      <dgm:spPr/>
      <dgm:t>
        <a:bodyPr/>
        <a:lstStyle/>
        <a:p>
          <a:endParaRPr lang="en-IN"/>
        </a:p>
      </dgm:t>
    </dgm:pt>
    <dgm:pt modelId="{97A798FB-50D4-4839-9F7E-210A29C1177E}" type="parTrans" cxnId="{53AF6FD4-E7ED-498D-B925-80B4DC2251E1}">
      <dgm:prSet/>
      <dgm:spPr/>
      <dgm:t>
        <a:bodyPr/>
        <a:lstStyle/>
        <a:p>
          <a:endParaRPr lang="en-IN"/>
        </a:p>
      </dgm:t>
    </dgm:pt>
    <dgm:pt modelId="{1D6A6894-9D74-4E92-B185-46029E498138}" type="sibTrans" cxnId="{53AF6FD4-E7ED-498D-B925-80B4DC2251E1}">
      <dgm:prSet/>
      <dgm:spPr/>
      <dgm:t>
        <a:bodyPr/>
        <a:lstStyle/>
        <a:p>
          <a:endParaRPr lang="en-IN"/>
        </a:p>
      </dgm:t>
    </dgm:pt>
    <dgm:pt modelId="{710D4B15-34C9-46F1-A5E7-CD1E734E3B00}">
      <dgm:prSet/>
      <dgm:spPr/>
      <dgm:t>
        <a:bodyPr/>
        <a:lstStyle/>
        <a:p>
          <a:endParaRPr lang="en-IN"/>
        </a:p>
      </dgm:t>
    </dgm:pt>
    <dgm:pt modelId="{129DE898-6211-4C07-8452-79CD9C5CBC01}" type="parTrans" cxnId="{D09250E8-2368-44C0-AF79-E28991735238}">
      <dgm:prSet/>
      <dgm:spPr/>
      <dgm:t>
        <a:bodyPr/>
        <a:lstStyle/>
        <a:p>
          <a:endParaRPr lang="en-IN"/>
        </a:p>
      </dgm:t>
    </dgm:pt>
    <dgm:pt modelId="{4290061B-6FDD-4623-9736-DD6E46106867}" type="sibTrans" cxnId="{D09250E8-2368-44C0-AF79-E28991735238}">
      <dgm:prSet/>
      <dgm:spPr/>
      <dgm:t>
        <a:bodyPr/>
        <a:lstStyle/>
        <a:p>
          <a:endParaRPr lang="en-IN"/>
        </a:p>
      </dgm:t>
    </dgm:pt>
    <dgm:pt modelId="{04611B2F-D40B-4FC0-B192-F53D777F75AF}">
      <dgm:prSet/>
      <dgm:spPr/>
      <dgm:t>
        <a:bodyPr/>
        <a:lstStyle/>
        <a:p>
          <a:endParaRPr lang="en-IN"/>
        </a:p>
      </dgm:t>
    </dgm:pt>
    <dgm:pt modelId="{5FBED289-55CE-4075-9D85-057FF9696905}" type="parTrans" cxnId="{3B263038-60DB-4E8D-A169-4583E3BA863D}">
      <dgm:prSet/>
      <dgm:spPr/>
      <dgm:t>
        <a:bodyPr/>
        <a:lstStyle/>
        <a:p>
          <a:endParaRPr lang="en-IN"/>
        </a:p>
      </dgm:t>
    </dgm:pt>
    <dgm:pt modelId="{B1AA8A0D-5333-463F-A4FD-798E92E9D702}" type="sibTrans" cxnId="{3B263038-60DB-4E8D-A169-4583E3BA863D}">
      <dgm:prSet/>
      <dgm:spPr/>
      <dgm:t>
        <a:bodyPr/>
        <a:lstStyle/>
        <a:p>
          <a:endParaRPr lang="en-IN"/>
        </a:p>
      </dgm:t>
    </dgm:pt>
    <dgm:pt modelId="{67315AC0-2DA0-4033-B4B9-FCABE19590F6}">
      <dgm:prSet/>
      <dgm:spPr/>
      <dgm:t>
        <a:bodyPr/>
        <a:lstStyle/>
        <a:p>
          <a:endParaRPr lang="en-IN"/>
        </a:p>
      </dgm:t>
    </dgm:pt>
    <dgm:pt modelId="{E270AE47-130D-4963-A506-D9888D1FAF06}" type="parTrans" cxnId="{F1A3082D-C612-4987-A9AB-B0F473A43D7C}">
      <dgm:prSet/>
      <dgm:spPr/>
      <dgm:t>
        <a:bodyPr/>
        <a:lstStyle/>
        <a:p>
          <a:endParaRPr lang="en-IN"/>
        </a:p>
      </dgm:t>
    </dgm:pt>
    <dgm:pt modelId="{FDBB82CC-6270-461C-9A17-7EA7BC54FA82}" type="sibTrans" cxnId="{F1A3082D-C612-4987-A9AB-B0F473A43D7C}">
      <dgm:prSet/>
      <dgm:spPr/>
      <dgm:t>
        <a:bodyPr/>
        <a:lstStyle/>
        <a:p>
          <a:endParaRPr lang="en-IN"/>
        </a:p>
      </dgm:t>
    </dgm:pt>
    <dgm:pt modelId="{4E3A3C47-076C-4A21-BEE5-86E91D92A739}">
      <dgm:prSet/>
      <dgm:spPr/>
      <dgm:t>
        <a:bodyPr/>
        <a:lstStyle/>
        <a:p>
          <a:endParaRPr lang="en-IN"/>
        </a:p>
      </dgm:t>
    </dgm:pt>
    <dgm:pt modelId="{657D6978-C5A5-42D9-8A56-5D50FD83C56E}" type="parTrans" cxnId="{F6449035-D994-4FA6-9970-30D11F26CA6C}">
      <dgm:prSet/>
      <dgm:spPr/>
      <dgm:t>
        <a:bodyPr/>
        <a:lstStyle/>
        <a:p>
          <a:endParaRPr lang="en-IN"/>
        </a:p>
      </dgm:t>
    </dgm:pt>
    <dgm:pt modelId="{0E7B39BF-2BA2-4B02-8831-AE16E6F83633}" type="sibTrans" cxnId="{F6449035-D994-4FA6-9970-30D11F26CA6C}">
      <dgm:prSet/>
      <dgm:spPr/>
      <dgm:t>
        <a:bodyPr/>
        <a:lstStyle/>
        <a:p>
          <a:endParaRPr lang="en-IN"/>
        </a:p>
      </dgm:t>
    </dgm:pt>
    <dgm:pt modelId="{22596E74-22DB-4A87-84F3-84EDFC10FFF8}">
      <dgm:prSet/>
      <dgm:spPr/>
      <dgm:t>
        <a:bodyPr/>
        <a:lstStyle/>
        <a:p>
          <a:endParaRPr lang="en-IN"/>
        </a:p>
      </dgm:t>
    </dgm:pt>
    <dgm:pt modelId="{3381A405-4EBA-4379-B167-74071F73E892}" type="parTrans" cxnId="{137078A9-888E-4DE3-A089-F27E6ECEBF55}">
      <dgm:prSet/>
      <dgm:spPr/>
      <dgm:t>
        <a:bodyPr/>
        <a:lstStyle/>
        <a:p>
          <a:endParaRPr lang="en-IN"/>
        </a:p>
      </dgm:t>
    </dgm:pt>
    <dgm:pt modelId="{A389C07B-9E13-42DE-8FDA-66DBEF1986FE}" type="sibTrans" cxnId="{137078A9-888E-4DE3-A089-F27E6ECEBF55}">
      <dgm:prSet/>
      <dgm:spPr/>
      <dgm:t>
        <a:bodyPr/>
        <a:lstStyle/>
        <a:p>
          <a:endParaRPr lang="en-IN"/>
        </a:p>
      </dgm:t>
    </dgm:pt>
    <dgm:pt modelId="{03872FCD-EECB-42EE-B54F-391205CFD7CF}">
      <dgm:prSet/>
      <dgm:spPr/>
      <dgm:t>
        <a:bodyPr/>
        <a:lstStyle/>
        <a:p>
          <a:endParaRPr lang="en-IN"/>
        </a:p>
      </dgm:t>
    </dgm:pt>
    <dgm:pt modelId="{E6D3CCD5-B10E-4403-A640-16DA4CF5D3B9}" type="parTrans" cxnId="{DE61AD6E-8CD0-4876-938B-87B0A60FE2E4}">
      <dgm:prSet/>
      <dgm:spPr/>
      <dgm:t>
        <a:bodyPr/>
        <a:lstStyle/>
        <a:p>
          <a:endParaRPr lang="en-IN"/>
        </a:p>
      </dgm:t>
    </dgm:pt>
    <dgm:pt modelId="{BA0FD79B-290A-4C24-A64F-8B333D8246FA}" type="sibTrans" cxnId="{DE61AD6E-8CD0-4876-938B-87B0A60FE2E4}">
      <dgm:prSet/>
      <dgm:spPr/>
      <dgm:t>
        <a:bodyPr/>
        <a:lstStyle/>
        <a:p>
          <a:endParaRPr lang="en-IN"/>
        </a:p>
      </dgm:t>
    </dgm:pt>
    <dgm:pt modelId="{BDA8510B-AA5E-47F8-8D1E-E77AB9F1C1BC}">
      <dgm:prSet/>
      <dgm:spPr/>
      <dgm:t>
        <a:bodyPr/>
        <a:lstStyle/>
        <a:p>
          <a:endParaRPr lang="en-IN"/>
        </a:p>
      </dgm:t>
    </dgm:pt>
    <dgm:pt modelId="{93FB2F0B-B696-4624-AD5E-C69C838D500C}" type="parTrans" cxnId="{AB576DE5-887E-474E-A3B8-F23EF5918E07}">
      <dgm:prSet/>
      <dgm:spPr/>
      <dgm:t>
        <a:bodyPr/>
        <a:lstStyle/>
        <a:p>
          <a:endParaRPr lang="en-IN"/>
        </a:p>
      </dgm:t>
    </dgm:pt>
    <dgm:pt modelId="{360FAC09-3B88-464B-85E2-F9A08B68C40B}" type="sibTrans" cxnId="{AB576DE5-887E-474E-A3B8-F23EF5918E07}">
      <dgm:prSet/>
      <dgm:spPr/>
      <dgm:t>
        <a:bodyPr/>
        <a:lstStyle/>
        <a:p>
          <a:endParaRPr lang="en-IN"/>
        </a:p>
      </dgm:t>
    </dgm:pt>
    <dgm:pt modelId="{817DE68A-DE76-464F-9C6D-697EC2127C11}">
      <dgm:prSet/>
      <dgm:spPr/>
      <dgm:t>
        <a:bodyPr/>
        <a:lstStyle/>
        <a:p>
          <a:endParaRPr lang="en-IN"/>
        </a:p>
      </dgm:t>
    </dgm:pt>
    <dgm:pt modelId="{01C75702-94CD-4983-9A59-8BDCD597940F}" type="parTrans" cxnId="{9898F808-E01A-429E-B92F-28302B839F62}">
      <dgm:prSet/>
      <dgm:spPr/>
      <dgm:t>
        <a:bodyPr/>
        <a:lstStyle/>
        <a:p>
          <a:endParaRPr lang="en-IN"/>
        </a:p>
      </dgm:t>
    </dgm:pt>
    <dgm:pt modelId="{E1EFB5DF-180F-4354-A0A3-A2FA70B2DC5A}" type="sibTrans" cxnId="{9898F808-E01A-429E-B92F-28302B839F62}">
      <dgm:prSet/>
      <dgm:spPr/>
      <dgm:t>
        <a:bodyPr/>
        <a:lstStyle/>
        <a:p>
          <a:endParaRPr lang="en-IN"/>
        </a:p>
      </dgm:t>
    </dgm:pt>
    <dgm:pt modelId="{4C85EE5B-745B-4A77-806D-8CB06EBDFCE4}">
      <dgm:prSet/>
      <dgm:spPr/>
      <dgm:t>
        <a:bodyPr/>
        <a:lstStyle/>
        <a:p>
          <a:endParaRPr lang="en-IN"/>
        </a:p>
      </dgm:t>
    </dgm:pt>
    <dgm:pt modelId="{D24D4459-5CC6-4CF4-A9AC-FB28B73CF77D}" type="parTrans" cxnId="{F0B6DABD-70CB-47CD-B4DF-C52CB14C103C}">
      <dgm:prSet/>
      <dgm:spPr/>
      <dgm:t>
        <a:bodyPr/>
        <a:lstStyle/>
        <a:p>
          <a:endParaRPr lang="en-IN"/>
        </a:p>
      </dgm:t>
    </dgm:pt>
    <dgm:pt modelId="{AC1AF6CE-B802-4288-9440-BA9F86261091}" type="sibTrans" cxnId="{F0B6DABD-70CB-47CD-B4DF-C52CB14C103C}">
      <dgm:prSet/>
      <dgm:spPr/>
      <dgm:t>
        <a:bodyPr/>
        <a:lstStyle/>
        <a:p>
          <a:endParaRPr lang="en-IN"/>
        </a:p>
      </dgm:t>
    </dgm:pt>
    <dgm:pt modelId="{8D8A759A-F101-41F5-8E2D-C4B8AA86D8A1}">
      <dgm:prSet/>
      <dgm:spPr/>
      <dgm:t>
        <a:bodyPr/>
        <a:lstStyle/>
        <a:p>
          <a:endParaRPr lang="en-IN"/>
        </a:p>
      </dgm:t>
    </dgm:pt>
    <dgm:pt modelId="{AEA34FFB-0005-44A8-9EB3-463BF99A6B29}" type="parTrans" cxnId="{65BE9558-C9FC-4220-B9D2-5A916E0D0494}">
      <dgm:prSet/>
      <dgm:spPr/>
      <dgm:t>
        <a:bodyPr/>
        <a:lstStyle/>
        <a:p>
          <a:endParaRPr lang="en-IN"/>
        </a:p>
      </dgm:t>
    </dgm:pt>
    <dgm:pt modelId="{22BB0EA0-778F-496D-A17E-8BA96EBBE856}" type="sibTrans" cxnId="{65BE9558-C9FC-4220-B9D2-5A916E0D0494}">
      <dgm:prSet/>
      <dgm:spPr/>
      <dgm:t>
        <a:bodyPr/>
        <a:lstStyle/>
        <a:p>
          <a:endParaRPr lang="en-IN"/>
        </a:p>
      </dgm:t>
    </dgm:pt>
    <dgm:pt modelId="{3265C571-C324-492B-9185-AA757F30D981}">
      <dgm:prSet/>
      <dgm:spPr/>
      <dgm:t>
        <a:bodyPr/>
        <a:lstStyle/>
        <a:p>
          <a:endParaRPr lang="en-IN"/>
        </a:p>
      </dgm:t>
    </dgm:pt>
    <dgm:pt modelId="{8CA92B22-D415-4188-8B80-AB434CAB082C}" type="parTrans" cxnId="{B743DEA9-2332-41B3-B2C5-AE858A6FB3F9}">
      <dgm:prSet/>
      <dgm:spPr/>
      <dgm:t>
        <a:bodyPr/>
        <a:lstStyle/>
        <a:p>
          <a:endParaRPr lang="en-IN"/>
        </a:p>
      </dgm:t>
    </dgm:pt>
    <dgm:pt modelId="{34EE7E1D-DD21-443B-8E5F-E05AEB4E23CA}" type="sibTrans" cxnId="{B743DEA9-2332-41B3-B2C5-AE858A6FB3F9}">
      <dgm:prSet/>
      <dgm:spPr/>
      <dgm:t>
        <a:bodyPr/>
        <a:lstStyle/>
        <a:p>
          <a:endParaRPr lang="en-IN"/>
        </a:p>
      </dgm:t>
    </dgm:pt>
    <dgm:pt modelId="{43F5903D-3F4B-4752-94ED-D6E310DA5D79}">
      <dgm:prSet/>
      <dgm:spPr/>
      <dgm:t>
        <a:bodyPr/>
        <a:lstStyle/>
        <a:p>
          <a:endParaRPr lang="en-IN"/>
        </a:p>
      </dgm:t>
    </dgm:pt>
    <dgm:pt modelId="{FB1A99BB-5C69-4034-8B2E-427ECB670422}" type="parTrans" cxnId="{B158FBF5-736D-40E0-8491-035768480060}">
      <dgm:prSet/>
      <dgm:spPr/>
      <dgm:t>
        <a:bodyPr/>
        <a:lstStyle/>
        <a:p>
          <a:endParaRPr lang="en-IN"/>
        </a:p>
      </dgm:t>
    </dgm:pt>
    <dgm:pt modelId="{BFF15587-A87B-4F0D-8D87-93213A9993A2}" type="sibTrans" cxnId="{B158FBF5-736D-40E0-8491-035768480060}">
      <dgm:prSet/>
      <dgm:spPr/>
      <dgm:t>
        <a:bodyPr/>
        <a:lstStyle/>
        <a:p>
          <a:endParaRPr lang="en-IN"/>
        </a:p>
      </dgm:t>
    </dgm:pt>
    <dgm:pt modelId="{DAFE0623-BE8B-4FBE-9D65-C9370964E203}">
      <dgm:prSet/>
      <dgm:spPr/>
      <dgm:t>
        <a:bodyPr/>
        <a:lstStyle/>
        <a:p>
          <a:endParaRPr lang="en-IN"/>
        </a:p>
      </dgm:t>
    </dgm:pt>
    <dgm:pt modelId="{B1B1E952-04B4-49D7-A65D-4762FCF4B61E}" type="parTrans" cxnId="{044A2B10-93B2-4334-9698-287E8558D082}">
      <dgm:prSet/>
      <dgm:spPr/>
      <dgm:t>
        <a:bodyPr/>
        <a:lstStyle/>
        <a:p>
          <a:endParaRPr lang="en-IN"/>
        </a:p>
      </dgm:t>
    </dgm:pt>
    <dgm:pt modelId="{6F0F5B68-99CE-406C-ABBF-85FC62AB4A31}" type="sibTrans" cxnId="{044A2B10-93B2-4334-9698-287E8558D082}">
      <dgm:prSet/>
      <dgm:spPr/>
      <dgm:t>
        <a:bodyPr/>
        <a:lstStyle/>
        <a:p>
          <a:endParaRPr lang="en-IN"/>
        </a:p>
      </dgm:t>
    </dgm:pt>
    <dgm:pt modelId="{781DE51F-693A-42BC-A1FE-76005DF8D5C1}">
      <dgm:prSet/>
      <dgm:spPr/>
      <dgm:t>
        <a:bodyPr/>
        <a:lstStyle/>
        <a:p>
          <a:endParaRPr lang="en-IN"/>
        </a:p>
      </dgm:t>
    </dgm:pt>
    <dgm:pt modelId="{A7F32E37-B247-4C58-9B51-33860E5C9298}" type="parTrans" cxnId="{63DEC0EB-200C-4908-94A2-2F5922AD6B7C}">
      <dgm:prSet/>
      <dgm:spPr/>
      <dgm:t>
        <a:bodyPr/>
        <a:lstStyle/>
        <a:p>
          <a:endParaRPr lang="en-IN"/>
        </a:p>
      </dgm:t>
    </dgm:pt>
    <dgm:pt modelId="{4067732D-62CD-4FC6-AEC2-57ED7BF12C98}" type="sibTrans" cxnId="{63DEC0EB-200C-4908-94A2-2F5922AD6B7C}">
      <dgm:prSet/>
      <dgm:spPr/>
      <dgm:t>
        <a:bodyPr/>
        <a:lstStyle/>
        <a:p>
          <a:endParaRPr lang="en-IN"/>
        </a:p>
      </dgm:t>
    </dgm:pt>
    <dgm:pt modelId="{1C53943C-CD6E-4F1E-9819-C6A831914655}">
      <dgm:prSet/>
      <dgm:spPr/>
      <dgm:t>
        <a:bodyPr/>
        <a:lstStyle/>
        <a:p>
          <a:endParaRPr lang="en-IN"/>
        </a:p>
      </dgm:t>
    </dgm:pt>
    <dgm:pt modelId="{1D88EDAD-AB24-4D53-B4A4-2699D790EB50}" type="parTrans" cxnId="{845DC1BE-A7A0-4370-8B1D-1D0A23314148}">
      <dgm:prSet/>
      <dgm:spPr/>
      <dgm:t>
        <a:bodyPr/>
        <a:lstStyle/>
        <a:p>
          <a:endParaRPr lang="en-IN"/>
        </a:p>
      </dgm:t>
    </dgm:pt>
    <dgm:pt modelId="{7E2A71FB-D42D-4FFC-B1A9-5FBADD0EF278}" type="sibTrans" cxnId="{845DC1BE-A7A0-4370-8B1D-1D0A23314148}">
      <dgm:prSet/>
      <dgm:spPr/>
      <dgm:t>
        <a:bodyPr/>
        <a:lstStyle/>
        <a:p>
          <a:endParaRPr lang="en-IN"/>
        </a:p>
      </dgm:t>
    </dgm:pt>
    <dgm:pt modelId="{0AC4C786-ED26-4C6A-908C-855D7B7B10C2}" type="pres">
      <dgm:prSet presAssocID="{A5E1FE42-3A8C-43D2-AF26-DA4CE9EEF09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DD52DC0-B506-4537-B8F2-60C1F47C5F7C}" type="pres">
      <dgm:prSet presAssocID="{41392BA4-8750-4ACB-B7CC-82744A838C33}" presName="hierRoot1" presStyleCnt="0">
        <dgm:presLayoutVars>
          <dgm:hierBranch val="init"/>
        </dgm:presLayoutVars>
      </dgm:prSet>
      <dgm:spPr/>
    </dgm:pt>
    <dgm:pt modelId="{A90B2C1F-8C13-432F-91DA-3D9D92F49C5A}" type="pres">
      <dgm:prSet presAssocID="{41392BA4-8750-4ACB-B7CC-82744A838C33}" presName="rootComposite1" presStyleCnt="0"/>
      <dgm:spPr/>
    </dgm:pt>
    <dgm:pt modelId="{AC7E81C5-D3B1-4C35-B446-5476CD5801D8}" type="pres">
      <dgm:prSet presAssocID="{41392BA4-8750-4ACB-B7CC-82744A838C33}" presName="rootText1" presStyleLbl="node0" presStyleIdx="0" presStyleCnt="100">
        <dgm:presLayoutVars>
          <dgm:chPref val="3"/>
        </dgm:presLayoutVars>
      </dgm:prSet>
      <dgm:spPr/>
    </dgm:pt>
    <dgm:pt modelId="{48E6E44C-EC1E-4590-A3EA-E3C97433C762}" type="pres">
      <dgm:prSet presAssocID="{41392BA4-8750-4ACB-B7CC-82744A838C33}" presName="rootConnector1" presStyleLbl="node1" presStyleIdx="0" presStyleCnt="0"/>
      <dgm:spPr/>
    </dgm:pt>
    <dgm:pt modelId="{026FCB42-E704-43E7-B939-7A017E331384}" type="pres">
      <dgm:prSet presAssocID="{41392BA4-8750-4ACB-B7CC-82744A838C33}" presName="hierChild2" presStyleCnt="0"/>
      <dgm:spPr/>
    </dgm:pt>
    <dgm:pt modelId="{149C1357-A79A-4277-8C11-564A6F9F02C2}" type="pres">
      <dgm:prSet presAssocID="{41392BA4-8750-4ACB-B7CC-82744A838C33}" presName="hierChild3" presStyleCnt="0"/>
      <dgm:spPr/>
    </dgm:pt>
    <dgm:pt modelId="{B49EDB2C-FB69-455E-8020-8F556D75A460}" type="pres">
      <dgm:prSet presAssocID="{7F8DA47B-4F4F-4592-B4C6-806A514C263E}" presName="hierRoot1" presStyleCnt="0">
        <dgm:presLayoutVars>
          <dgm:hierBranch val="init"/>
        </dgm:presLayoutVars>
      </dgm:prSet>
      <dgm:spPr/>
    </dgm:pt>
    <dgm:pt modelId="{8CBCBE5A-7FCC-4105-9564-9D23B5F1CF0C}" type="pres">
      <dgm:prSet presAssocID="{7F8DA47B-4F4F-4592-B4C6-806A514C263E}" presName="rootComposite1" presStyleCnt="0"/>
      <dgm:spPr/>
    </dgm:pt>
    <dgm:pt modelId="{6B7F1E0B-65A3-48A5-8E81-42FB1653DC2F}" type="pres">
      <dgm:prSet presAssocID="{7F8DA47B-4F4F-4592-B4C6-806A514C263E}" presName="rootText1" presStyleLbl="node0" presStyleIdx="1" presStyleCnt="100">
        <dgm:presLayoutVars>
          <dgm:chPref val="3"/>
        </dgm:presLayoutVars>
      </dgm:prSet>
      <dgm:spPr/>
    </dgm:pt>
    <dgm:pt modelId="{C30148AA-8BFF-4524-B3B3-CCC5BDE373AE}" type="pres">
      <dgm:prSet presAssocID="{7F8DA47B-4F4F-4592-B4C6-806A514C263E}" presName="rootConnector1" presStyleLbl="node1" presStyleIdx="0" presStyleCnt="0"/>
      <dgm:spPr/>
    </dgm:pt>
    <dgm:pt modelId="{6B5D6F20-201C-4C21-B073-ECC5E5D69E63}" type="pres">
      <dgm:prSet presAssocID="{7F8DA47B-4F4F-4592-B4C6-806A514C263E}" presName="hierChild2" presStyleCnt="0"/>
      <dgm:spPr/>
    </dgm:pt>
    <dgm:pt modelId="{78987B39-BA0B-4701-BE5C-177C112C006B}" type="pres">
      <dgm:prSet presAssocID="{7F8DA47B-4F4F-4592-B4C6-806A514C263E}" presName="hierChild3" presStyleCnt="0"/>
      <dgm:spPr/>
    </dgm:pt>
    <dgm:pt modelId="{7056A011-DCEB-4AC4-A620-89E94A60F371}" type="pres">
      <dgm:prSet presAssocID="{0A645D54-69AA-4325-9102-0FE60201BCD5}" presName="hierRoot1" presStyleCnt="0">
        <dgm:presLayoutVars>
          <dgm:hierBranch val="init"/>
        </dgm:presLayoutVars>
      </dgm:prSet>
      <dgm:spPr/>
    </dgm:pt>
    <dgm:pt modelId="{0412713C-422F-4A1B-9BFA-415CD4413A6F}" type="pres">
      <dgm:prSet presAssocID="{0A645D54-69AA-4325-9102-0FE60201BCD5}" presName="rootComposite1" presStyleCnt="0"/>
      <dgm:spPr/>
    </dgm:pt>
    <dgm:pt modelId="{68C04924-B528-4FF1-BB64-E7C844F77DB9}" type="pres">
      <dgm:prSet presAssocID="{0A645D54-69AA-4325-9102-0FE60201BCD5}" presName="rootText1" presStyleLbl="node0" presStyleIdx="2" presStyleCnt="100">
        <dgm:presLayoutVars>
          <dgm:chPref val="3"/>
        </dgm:presLayoutVars>
      </dgm:prSet>
      <dgm:spPr/>
    </dgm:pt>
    <dgm:pt modelId="{F4A9D504-47A1-4CE9-B713-84CFA8B527D6}" type="pres">
      <dgm:prSet presAssocID="{0A645D54-69AA-4325-9102-0FE60201BCD5}" presName="rootConnector1" presStyleLbl="node1" presStyleIdx="0" presStyleCnt="0"/>
      <dgm:spPr/>
    </dgm:pt>
    <dgm:pt modelId="{AA8115E8-5441-48FF-8E1E-A0BCE7C4BA5C}" type="pres">
      <dgm:prSet presAssocID="{0A645D54-69AA-4325-9102-0FE60201BCD5}" presName="hierChild2" presStyleCnt="0"/>
      <dgm:spPr/>
    </dgm:pt>
    <dgm:pt modelId="{AC3F37E6-2C6C-4551-A7ED-AC42630C95FB}" type="pres">
      <dgm:prSet presAssocID="{0A645D54-69AA-4325-9102-0FE60201BCD5}" presName="hierChild3" presStyleCnt="0"/>
      <dgm:spPr/>
    </dgm:pt>
    <dgm:pt modelId="{600BE73D-E882-4237-A363-507A469DCDAE}" type="pres">
      <dgm:prSet presAssocID="{2570F209-430B-40A8-821E-AC0D70AF767A}" presName="hierRoot1" presStyleCnt="0">
        <dgm:presLayoutVars>
          <dgm:hierBranch val="init"/>
        </dgm:presLayoutVars>
      </dgm:prSet>
      <dgm:spPr/>
    </dgm:pt>
    <dgm:pt modelId="{8961D8E3-E671-4B38-BADD-42B05F944200}" type="pres">
      <dgm:prSet presAssocID="{2570F209-430B-40A8-821E-AC0D70AF767A}" presName="rootComposite1" presStyleCnt="0"/>
      <dgm:spPr/>
    </dgm:pt>
    <dgm:pt modelId="{5E5CF048-8E45-4CBB-8377-7F7FF16697C6}" type="pres">
      <dgm:prSet presAssocID="{2570F209-430B-40A8-821E-AC0D70AF767A}" presName="rootText1" presStyleLbl="node0" presStyleIdx="3" presStyleCnt="100">
        <dgm:presLayoutVars>
          <dgm:chPref val="3"/>
        </dgm:presLayoutVars>
      </dgm:prSet>
      <dgm:spPr/>
    </dgm:pt>
    <dgm:pt modelId="{15A66F26-433D-47E9-A413-62E819B73D68}" type="pres">
      <dgm:prSet presAssocID="{2570F209-430B-40A8-821E-AC0D70AF767A}" presName="rootConnector1" presStyleLbl="node1" presStyleIdx="0" presStyleCnt="0"/>
      <dgm:spPr/>
    </dgm:pt>
    <dgm:pt modelId="{DF8DF28A-BB4E-422D-BCA4-8A45EC0E7EE6}" type="pres">
      <dgm:prSet presAssocID="{2570F209-430B-40A8-821E-AC0D70AF767A}" presName="hierChild2" presStyleCnt="0"/>
      <dgm:spPr/>
    </dgm:pt>
    <dgm:pt modelId="{D445B3BF-23DA-4090-9EA9-8A5FCFDB4FC2}" type="pres">
      <dgm:prSet presAssocID="{2570F209-430B-40A8-821E-AC0D70AF767A}" presName="hierChild3" presStyleCnt="0"/>
      <dgm:spPr/>
    </dgm:pt>
    <dgm:pt modelId="{66D29F44-2061-4ACF-BA8A-6944FD916C82}" type="pres">
      <dgm:prSet presAssocID="{5D6A506C-ED6B-4234-9D9B-22CE2A4DC305}" presName="hierRoot1" presStyleCnt="0">
        <dgm:presLayoutVars>
          <dgm:hierBranch val="init"/>
        </dgm:presLayoutVars>
      </dgm:prSet>
      <dgm:spPr/>
    </dgm:pt>
    <dgm:pt modelId="{8335B1FD-F28D-43DA-A59F-1658BF2A8476}" type="pres">
      <dgm:prSet presAssocID="{5D6A506C-ED6B-4234-9D9B-22CE2A4DC305}" presName="rootComposite1" presStyleCnt="0"/>
      <dgm:spPr/>
    </dgm:pt>
    <dgm:pt modelId="{15222D52-515A-432B-AA02-7E54216F3CE6}" type="pres">
      <dgm:prSet presAssocID="{5D6A506C-ED6B-4234-9D9B-22CE2A4DC305}" presName="rootText1" presStyleLbl="node0" presStyleIdx="4" presStyleCnt="100">
        <dgm:presLayoutVars>
          <dgm:chPref val="3"/>
        </dgm:presLayoutVars>
      </dgm:prSet>
      <dgm:spPr/>
    </dgm:pt>
    <dgm:pt modelId="{1CF65150-4DCE-481F-88FB-DA228BB01963}" type="pres">
      <dgm:prSet presAssocID="{5D6A506C-ED6B-4234-9D9B-22CE2A4DC305}" presName="rootConnector1" presStyleLbl="node1" presStyleIdx="0" presStyleCnt="0"/>
      <dgm:spPr/>
    </dgm:pt>
    <dgm:pt modelId="{135AA596-609B-47CF-A86D-FF25DA9C67FD}" type="pres">
      <dgm:prSet presAssocID="{5D6A506C-ED6B-4234-9D9B-22CE2A4DC305}" presName="hierChild2" presStyleCnt="0"/>
      <dgm:spPr/>
    </dgm:pt>
    <dgm:pt modelId="{BCB0C132-B745-4575-89B4-C9E64550F809}" type="pres">
      <dgm:prSet presAssocID="{5D6A506C-ED6B-4234-9D9B-22CE2A4DC305}" presName="hierChild3" presStyleCnt="0"/>
      <dgm:spPr/>
    </dgm:pt>
    <dgm:pt modelId="{F15DA2CF-6662-4127-8A69-B5ECFB211306}" type="pres">
      <dgm:prSet presAssocID="{8935A840-CFF3-454B-ADF1-7403D237523F}" presName="hierRoot1" presStyleCnt="0">
        <dgm:presLayoutVars>
          <dgm:hierBranch val="init"/>
        </dgm:presLayoutVars>
      </dgm:prSet>
      <dgm:spPr/>
    </dgm:pt>
    <dgm:pt modelId="{8EB7CB57-8B8F-4787-8524-7F404B8F0BB2}" type="pres">
      <dgm:prSet presAssocID="{8935A840-CFF3-454B-ADF1-7403D237523F}" presName="rootComposite1" presStyleCnt="0"/>
      <dgm:spPr/>
    </dgm:pt>
    <dgm:pt modelId="{ED0D86B7-A32F-4411-B572-800C9E418196}" type="pres">
      <dgm:prSet presAssocID="{8935A840-CFF3-454B-ADF1-7403D237523F}" presName="rootText1" presStyleLbl="node0" presStyleIdx="5" presStyleCnt="100">
        <dgm:presLayoutVars>
          <dgm:chPref val="3"/>
        </dgm:presLayoutVars>
      </dgm:prSet>
      <dgm:spPr/>
    </dgm:pt>
    <dgm:pt modelId="{FB7D4BED-894A-43CC-9756-335678B6C29F}" type="pres">
      <dgm:prSet presAssocID="{8935A840-CFF3-454B-ADF1-7403D237523F}" presName="rootConnector1" presStyleLbl="node1" presStyleIdx="0" presStyleCnt="0"/>
      <dgm:spPr/>
    </dgm:pt>
    <dgm:pt modelId="{FB04D158-CA12-4D0C-9D46-A6E5E056CBFD}" type="pres">
      <dgm:prSet presAssocID="{8935A840-CFF3-454B-ADF1-7403D237523F}" presName="hierChild2" presStyleCnt="0"/>
      <dgm:spPr/>
    </dgm:pt>
    <dgm:pt modelId="{91440078-643A-49F2-A72A-3CEA41052771}" type="pres">
      <dgm:prSet presAssocID="{8935A840-CFF3-454B-ADF1-7403D237523F}" presName="hierChild3" presStyleCnt="0"/>
      <dgm:spPr/>
    </dgm:pt>
    <dgm:pt modelId="{1A5526B7-A004-4566-8407-54818AFD61C3}" type="pres">
      <dgm:prSet presAssocID="{4969992B-5D6B-48BC-BB56-B6DFA9E3D0F1}" presName="hierRoot1" presStyleCnt="0">
        <dgm:presLayoutVars>
          <dgm:hierBranch val="init"/>
        </dgm:presLayoutVars>
      </dgm:prSet>
      <dgm:spPr/>
    </dgm:pt>
    <dgm:pt modelId="{F8D1B4AA-8689-44D4-8049-1D9D0BC61500}" type="pres">
      <dgm:prSet presAssocID="{4969992B-5D6B-48BC-BB56-B6DFA9E3D0F1}" presName="rootComposite1" presStyleCnt="0"/>
      <dgm:spPr/>
    </dgm:pt>
    <dgm:pt modelId="{C00A3234-5ACB-44A6-B3A7-BA9AE3599D27}" type="pres">
      <dgm:prSet presAssocID="{4969992B-5D6B-48BC-BB56-B6DFA9E3D0F1}" presName="rootText1" presStyleLbl="node0" presStyleIdx="6" presStyleCnt="100">
        <dgm:presLayoutVars>
          <dgm:chPref val="3"/>
        </dgm:presLayoutVars>
      </dgm:prSet>
      <dgm:spPr/>
    </dgm:pt>
    <dgm:pt modelId="{7E05E62B-9594-4429-B464-AF897B62F8C4}" type="pres">
      <dgm:prSet presAssocID="{4969992B-5D6B-48BC-BB56-B6DFA9E3D0F1}" presName="rootConnector1" presStyleLbl="node1" presStyleIdx="0" presStyleCnt="0"/>
      <dgm:spPr/>
    </dgm:pt>
    <dgm:pt modelId="{40FED93B-8447-49E9-A202-13DA591A9D17}" type="pres">
      <dgm:prSet presAssocID="{4969992B-5D6B-48BC-BB56-B6DFA9E3D0F1}" presName="hierChild2" presStyleCnt="0"/>
      <dgm:spPr/>
    </dgm:pt>
    <dgm:pt modelId="{55AD038D-0F07-453F-B810-130AE9207D11}" type="pres">
      <dgm:prSet presAssocID="{4969992B-5D6B-48BC-BB56-B6DFA9E3D0F1}" presName="hierChild3" presStyleCnt="0"/>
      <dgm:spPr/>
    </dgm:pt>
    <dgm:pt modelId="{E18D4799-49CD-4A71-B204-157005C983A1}" type="pres">
      <dgm:prSet presAssocID="{71CA7561-5941-47D7-9C4D-67A6A0AB5270}" presName="hierRoot1" presStyleCnt="0">
        <dgm:presLayoutVars>
          <dgm:hierBranch val="init"/>
        </dgm:presLayoutVars>
      </dgm:prSet>
      <dgm:spPr/>
    </dgm:pt>
    <dgm:pt modelId="{B5C7D262-1A2D-4EBF-B3AD-335AE5F47177}" type="pres">
      <dgm:prSet presAssocID="{71CA7561-5941-47D7-9C4D-67A6A0AB5270}" presName="rootComposite1" presStyleCnt="0"/>
      <dgm:spPr/>
    </dgm:pt>
    <dgm:pt modelId="{E3505A73-9B2B-4EEE-93DA-617661170C30}" type="pres">
      <dgm:prSet presAssocID="{71CA7561-5941-47D7-9C4D-67A6A0AB5270}" presName="rootText1" presStyleLbl="node0" presStyleIdx="7" presStyleCnt="100">
        <dgm:presLayoutVars>
          <dgm:chPref val="3"/>
        </dgm:presLayoutVars>
      </dgm:prSet>
      <dgm:spPr/>
    </dgm:pt>
    <dgm:pt modelId="{54A9D873-FF82-4606-B56B-4DD625AEDEAD}" type="pres">
      <dgm:prSet presAssocID="{71CA7561-5941-47D7-9C4D-67A6A0AB5270}" presName="rootConnector1" presStyleLbl="node1" presStyleIdx="0" presStyleCnt="0"/>
      <dgm:spPr/>
    </dgm:pt>
    <dgm:pt modelId="{31ABEA9B-BD9E-4E08-A040-49C77EFA4ADB}" type="pres">
      <dgm:prSet presAssocID="{71CA7561-5941-47D7-9C4D-67A6A0AB5270}" presName="hierChild2" presStyleCnt="0"/>
      <dgm:spPr/>
    </dgm:pt>
    <dgm:pt modelId="{AB827068-F245-4785-82F5-27B400D88849}" type="pres">
      <dgm:prSet presAssocID="{71CA7561-5941-47D7-9C4D-67A6A0AB5270}" presName="hierChild3" presStyleCnt="0"/>
      <dgm:spPr/>
    </dgm:pt>
    <dgm:pt modelId="{09B64C78-1DB9-4C26-89A3-E2672F8C30F5}" type="pres">
      <dgm:prSet presAssocID="{70D38B75-7F26-494F-8A04-E7E7B5E7EFB3}" presName="hierRoot1" presStyleCnt="0">
        <dgm:presLayoutVars>
          <dgm:hierBranch val="init"/>
        </dgm:presLayoutVars>
      </dgm:prSet>
      <dgm:spPr/>
    </dgm:pt>
    <dgm:pt modelId="{4BEE53D1-48CB-44BF-A34A-57C93979F10C}" type="pres">
      <dgm:prSet presAssocID="{70D38B75-7F26-494F-8A04-E7E7B5E7EFB3}" presName="rootComposite1" presStyleCnt="0"/>
      <dgm:spPr/>
    </dgm:pt>
    <dgm:pt modelId="{9FE8BA2E-9428-4A1A-9A61-73F992AFB715}" type="pres">
      <dgm:prSet presAssocID="{70D38B75-7F26-494F-8A04-E7E7B5E7EFB3}" presName="rootText1" presStyleLbl="node0" presStyleIdx="8" presStyleCnt="100">
        <dgm:presLayoutVars>
          <dgm:chPref val="3"/>
        </dgm:presLayoutVars>
      </dgm:prSet>
      <dgm:spPr/>
    </dgm:pt>
    <dgm:pt modelId="{33F09379-5A93-47A3-9998-8C18800E6C93}" type="pres">
      <dgm:prSet presAssocID="{70D38B75-7F26-494F-8A04-E7E7B5E7EFB3}" presName="rootConnector1" presStyleLbl="node1" presStyleIdx="0" presStyleCnt="0"/>
      <dgm:spPr/>
    </dgm:pt>
    <dgm:pt modelId="{4A9D9A53-1A96-42B7-BE3A-44D4F142465B}" type="pres">
      <dgm:prSet presAssocID="{70D38B75-7F26-494F-8A04-E7E7B5E7EFB3}" presName="hierChild2" presStyleCnt="0"/>
      <dgm:spPr/>
    </dgm:pt>
    <dgm:pt modelId="{6EFA476C-230E-4526-B5F8-D235CBD6A5E1}" type="pres">
      <dgm:prSet presAssocID="{70D38B75-7F26-494F-8A04-E7E7B5E7EFB3}" presName="hierChild3" presStyleCnt="0"/>
      <dgm:spPr/>
    </dgm:pt>
    <dgm:pt modelId="{CBCE5029-69EC-4297-8D68-C263489A5D1E}" type="pres">
      <dgm:prSet presAssocID="{B9D3D584-F557-46D1-A5DD-3E7E160C7D70}" presName="hierRoot1" presStyleCnt="0">
        <dgm:presLayoutVars>
          <dgm:hierBranch val="init"/>
        </dgm:presLayoutVars>
      </dgm:prSet>
      <dgm:spPr/>
    </dgm:pt>
    <dgm:pt modelId="{09995C7D-43A8-4B43-9610-C9FD706440FF}" type="pres">
      <dgm:prSet presAssocID="{B9D3D584-F557-46D1-A5DD-3E7E160C7D70}" presName="rootComposite1" presStyleCnt="0"/>
      <dgm:spPr/>
    </dgm:pt>
    <dgm:pt modelId="{7E51CA86-940C-47B8-9A54-C5C2A683BC31}" type="pres">
      <dgm:prSet presAssocID="{B9D3D584-F557-46D1-A5DD-3E7E160C7D70}" presName="rootText1" presStyleLbl="node0" presStyleIdx="9" presStyleCnt="100">
        <dgm:presLayoutVars>
          <dgm:chPref val="3"/>
        </dgm:presLayoutVars>
      </dgm:prSet>
      <dgm:spPr/>
    </dgm:pt>
    <dgm:pt modelId="{A75F004F-4019-41BD-9FED-6A551EF69A5D}" type="pres">
      <dgm:prSet presAssocID="{B9D3D584-F557-46D1-A5DD-3E7E160C7D70}" presName="rootConnector1" presStyleLbl="node1" presStyleIdx="0" presStyleCnt="0"/>
      <dgm:spPr/>
    </dgm:pt>
    <dgm:pt modelId="{1E2A8DEF-089E-47A4-B227-11F2CA57C6F0}" type="pres">
      <dgm:prSet presAssocID="{B9D3D584-F557-46D1-A5DD-3E7E160C7D70}" presName="hierChild2" presStyleCnt="0"/>
      <dgm:spPr/>
    </dgm:pt>
    <dgm:pt modelId="{3314A652-1E79-4C60-8686-71B227234BC2}" type="pres">
      <dgm:prSet presAssocID="{B9D3D584-F557-46D1-A5DD-3E7E160C7D70}" presName="hierChild3" presStyleCnt="0"/>
      <dgm:spPr/>
    </dgm:pt>
    <dgm:pt modelId="{60C403A0-0401-4ED8-9FC8-A75B10CCB92A}" type="pres">
      <dgm:prSet presAssocID="{2FC671EB-CFE0-46B3-947B-C662905C2C6B}" presName="hierRoot1" presStyleCnt="0">
        <dgm:presLayoutVars>
          <dgm:hierBranch val="init"/>
        </dgm:presLayoutVars>
      </dgm:prSet>
      <dgm:spPr/>
    </dgm:pt>
    <dgm:pt modelId="{C39434FE-E1E3-4CDF-A0C6-5FE93F39E9C8}" type="pres">
      <dgm:prSet presAssocID="{2FC671EB-CFE0-46B3-947B-C662905C2C6B}" presName="rootComposite1" presStyleCnt="0"/>
      <dgm:spPr/>
    </dgm:pt>
    <dgm:pt modelId="{18D4FA7B-0047-4FB2-96F3-C77C4B11399F}" type="pres">
      <dgm:prSet presAssocID="{2FC671EB-CFE0-46B3-947B-C662905C2C6B}" presName="rootText1" presStyleLbl="node0" presStyleIdx="10" presStyleCnt="100">
        <dgm:presLayoutVars>
          <dgm:chPref val="3"/>
        </dgm:presLayoutVars>
      </dgm:prSet>
      <dgm:spPr/>
    </dgm:pt>
    <dgm:pt modelId="{B438446D-5424-4A87-BA43-8C454F71C86F}" type="pres">
      <dgm:prSet presAssocID="{2FC671EB-CFE0-46B3-947B-C662905C2C6B}" presName="rootConnector1" presStyleLbl="node1" presStyleIdx="0" presStyleCnt="0"/>
      <dgm:spPr/>
    </dgm:pt>
    <dgm:pt modelId="{B4824442-DC3E-4A3E-8349-107EA2743283}" type="pres">
      <dgm:prSet presAssocID="{2FC671EB-CFE0-46B3-947B-C662905C2C6B}" presName="hierChild2" presStyleCnt="0"/>
      <dgm:spPr/>
    </dgm:pt>
    <dgm:pt modelId="{A54C9BB2-0038-4CFE-AC6B-80D99EA39090}" type="pres">
      <dgm:prSet presAssocID="{2FC671EB-CFE0-46B3-947B-C662905C2C6B}" presName="hierChild3" presStyleCnt="0"/>
      <dgm:spPr/>
    </dgm:pt>
    <dgm:pt modelId="{583AC4BA-0D6C-40FF-8232-9E4A7A3CE49A}" type="pres">
      <dgm:prSet presAssocID="{C7260841-FC13-4579-BE35-9706E73896D2}" presName="hierRoot1" presStyleCnt="0">
        <dgm:presLayoutVars>
          <dgm:hierBranch val="init"/>
        </dgm:presLayoutVars>
      </dgm:prSet>
      <dgm:spPr/>
    </dgm:pt>
    <dgm:pt modelId="{DB03B91C-D63D-41DE-8338-39FEEB8DB8DD}" type="pres">
      <dgm:prSet presAssocID="{C7260841-FC13-4579-BE35-9706E73896D2}" presName="rootComposite1" presStyleCnt="0"/>
      <dgm:spPr/>
    </dgm:pt>
    <dgm:pt modelId="{18278AD8-D929-4CC9-8B77-3D5B4B1C6217}" type="pres">
      <dgm:prSet presAssocID="{C7260841-FC13-4579-BE35-9706E73896D2}" presName="rootText1" presStyleLbl="node0" presStyleIdx="11" presStyleCnt="100">
        <dgm:presLayoutVars>
          <dgm:chPref val="3"/>
        </dgm:presLayoutVars>
      </dgm:prSet>
      <dgm:spPr/>
    </dgm:pt>
    <dgm:pt modelId="{15AA72BA-3F11-4A3B-89E3-2DAB558DCA2E}" type="pres">
      <dgm:prSet presAssocID="{C7260841-FC13-4579-BE35-9706E73896D2}" presName="rootConnector1" presStyleLbl="node1" presStyleIdx="0" presStyleCnt="0"/>
      <dgm:spPr/>
    </dgm:pt>
    <dgm:pt modelId="{8E25F4CD-2555-4E0B-944D-D81F83A2F5A1}" type="pres">
      <dgm:prSet presAssocID="{C7260841-FC13-4579-BE35-9706E73896D2}" presName="hierChild2" presStyleCnt="0"/>
      <dgm:spPr/>
    </dgm:pt>
    <dgm:pt modelId="{30E92EED-A42B-4002-B156-5748451FF89D}" type="pres">
      <dgm:prSet presAssocID="{C7260841-FC13-4579-BE35-9706E73896D2}" presName="hierChild3" presStyleCnt="0"/>
      <dgm:spPr/>
    </dgm:pt>
    <dgm:pt modelId="{E6D43C96-5D57-42E6-9E4C-8615D8B7507F}" type="pres">
      <dgm:prSet presAssocID="{C24811FE-58EF-49DA-BF91-715DCFBB8D97}" presName="hierRoot1" presStyleCnt="0">
        <dgm:presLayoutVars>
          <dgm:hierBranch val="init"/>
        </dgm:presLayoutVars>
      </dgm:prSet>
      <dgm:spPr/>
    </dgm:pt>
    <dgm:pt modelId="{034826CA-ACC9-494E-BE1B-1654F2347F65}" type="pres">
      <dgm:prSet presAssocID="{C24811FE-58EF-49DA-BF91-715DCFBB8D97}" presName="rootComposite1" presStyleCnt="0"/>
      <dgm:spPr/>
    </dgm:pt>
    <dgm:pt modelId="{D9FEB06D-144E-42AF-8779-2696E17E9FFA}" type="pres">
      <dgm:prSet presAssocID="{C24811FE-58EF-49DA-BF91-715DCFBB8D97}" presName="rootText1" presStyleLbl="node0" presStyleIdx="12" presStyleCnt="100">
        <dgm:presLayoutVars>
          <dgm:chPref val="3"/>
        </dgm:presLayoutVars>
      </dgm:prSet>
      <dgm:spPr/>
    </dgm:pt>
    <dgm:pt modelId="{DA388572-DD1A-4693-B8F0-106E724A152D}" type="pres">
      <dgm:prSet presAssocID="{C24811FE-58EF-49DA-BF91-715DCFBB8D97}" presName="rootConnector1" presStyleLbl="node1" presStyleIdx="0" presStyleCnt="0"/>
      <dgm:spPr/>
    </dgm:pt>
    <dgm:pt modelId="{AAC21389-E823-476F-A93E-5A93988D522A}" type="pres">
      <dgm:prSet presAssocID="{C24811FE-58EF-49DA-BF91-715DCFBB8D97}" presName="hierChild2" presStyleCnt="0"/>
      <dgm:spPr/>
    </dgm:pt>
    <dgm:pt modelId="{0F543181-F931-4AFB-B77D-85378F1C7C55}" type="pres">
      <dgm:prSet presAssocID="{C24811FE-58EF-49DA-BF91-715DCFBB8D97}" presName="hierChild3" presStyleCnt="0"/>
      <dgm:spPr/>
    </dgm:pt>
    <dgm:pt modelId="{1DC1489A-3425-4640-8B49-0EA732875161}" type="pres">
      <dgm:prSet presAssocID="{A5A5976A-C008-49A0-9BC3-DA1E65E27CE8}" presName="hierRoot1" presStyleCnt="0">
        <dgm:presLayoutVars>
          <dgm:hierBranch val="init"/>
        </dgm:presLayoutVars>
      </dgm:prSet>
      <dgm:spPr/>
    </dgm:pt>
    <dgm:pt modelId="{CA8D33D4-B919-4B4D-AF3C-8DB001983446}" type="pres">
      <dgm:prSet presAssocID="{A5A5976A-C008-49A0-9BC3-DA1E65E27CE8}" presName="rootComposite1" presStyleCnt="0"/>
      <dgm:spPr/>
    </dgm:pt>
    <dgm:pt modelId="{A94B94AB-25C5-4813-A304-FE061224B4A1}" type="pres">
      <dgm:prSet presAssocID="{A5A5976A-C008-49A0-9BC3-DA1E65E27CE8}" presName="rootText1" presStyleLbl="node0" presStyleIdx="13" presStyleCnt="100">
        <dgm:presLayoutVars>
          <dgm:chPref val="3"/>
        </dgm:presLayoutVars>
      </dgm:prSet>
      <dgm:spPr/>
    </dgm:pt>
    <dgm:pt modelId="{C9A0CF06-EA9E-4BE0-BEC8-A4C9FB190ABD}" type="pres">
      <dgm:prSet presAssocID="{A5A5976A-C008-49A0-9BC3-DA1E65E27CE8}" presName="rootConnector1" presStyleLbl="node1" presStyleIdx="0" presStyleCnt="0"/>
      <dgm:spPr/>
    </dgm:pt>
    <dgm:pt modelId="{D7F3F831-D1C7-4E50-911A-7349F593F6BD}" type="pres">
      <dgm:prSet presAssocID="{A5A5976A-C008-49A0-9BC3-DA1E65E27CE8}" presName="hierChild2" presStyleCnt="0"/>
      <dgm:spPr/>
    </dgm:pt>
    <dgm:pt modelId="{987B4FFA-C5A2-4EC2-BA53-B6383AC30D29}" type="pres">
      <dgm:prSet presAssocID="{A5A5976A-C008-49A0-9BC3-DA1E65E27CE8}" presName="hierChild3" presStyleCnt="0"/>
      <dgm:spPr/>
    </dgm:pt>
    <dgm:pt modelId="{0A13A14F-3B99-44E2-95EF-6D2CB1AE0EF5}" type="pres">
      <dgm:prSet presAssocID="{14C61F63-B105-4240-A28B-DE5AA4B6D2D0}" presName="hierRoot1" presStyleCnt="0">
        <dgm:presLayoutVars>
          <dgm:hierBranch val="init"/>
        </dgm:presLayoutVars>
      </dgm:prSet>
      <dgm:spPr/>
    </dgm:pt>
    <dgm:pt modelId="{62293FE6-353F-49A0-99CC-1754F8494097}" type="pres">
      <dgm:prSet presAssocID="{14C61F63-B105-4240-A28B-DE5AA4B6D2D0}" presName="rootComposite1" presStyleCnt="0"/>
      <dgm:spPr/>
    </dgm:pt>
    <dgm:pt modelId="{03F1F81A-961E-40DC-BCD0-2CCD576CC8F4}" type="pres">
      <dgm:prSet presAssocID="{14C61F63-B105-4240-A28B-DE5AA4B6D2D0}" presName="rootText1" presStyleLbl="node0" presStyleIdx="14" presStyleCnt="100">
        <dgm:presLayoutVars>
          <dgm:chPref val="3"/>
        </dgm:presLayoutVars>
      </dgm:prSet>
      <dgm:spPr/>
    </dgm:pt>
    <dgm:pt modelId="{B9A91F01-7010-477A-98EC-63B66D665D15}" type="pres">
      <dgm:prSet presAssocID="{14C61F63-B105-4240-A28B-DE5AA4B6D2D0}" presName="rootConnector1" presStyleLbl="node1" presStyleIdx="0" presStyleCnt="0"/>
      <dgm:spPr/>
    </dgm:pt>
    <dgm:pt modelId="{89716F31-E06F-4FAB-B6A9-BD404D3DCB74}" type="pres">
      <dgm:prSet presAssocID="{14C61F63-B105-4240-A28B-DE5AA4B6D2D0}" presName="hierChild2" presStyleCnt="0"/>
      <dgm:spPr/>
    </dgm:pt>
    <dgm:pt modelId="{3BB5E9B8-B6E4-49D8-9764-34826B7334D8}" type="pres">
      <dgm:prSet presAssocID="{14C61F63-B105-4240-A28B-DE5AA4B6D2D0}" presName="hierChild3" presStyleCnt="0"/>
      <dgm:spPr/>
    </dgm:pt>
    <dgm:pt modelId="{6B364409-EC22-4435-A234-69EC6A5625F4}" type="pres">
      <dgm:prSet presAssocID="{BFCBCCCA-A14B-4433-A445-9DB360282A79}" presName="hierRoot1" presStyleCnt="0">
        <dgm:presLayoutVars>
          <dgm:hierBranch val="init"/>
        </dgm:presLayoutVars>
      </dgm:prSet>
      <dgm:spPr/>
    </dgm:pt>
    <dgm:pt modelId="{5B319DB9-7E40-4DBC-9C90-7BA7A0C53720}" type="pres">
      <dgm:prSet presAssocID="{BFCBCCCA-A14B-4433-A445-9DB360282A79}" presName="rootComposite1" presStyleCnt="0"/>
      <dgm:spPr/>
    </dgm:pt>
    <dgm:pt modelId="{0803A320-1B96-4C4B-AA0A-5EEB94693A5D}" type="pres">
      <dgm:prSet presAssocID="{BFCBCCCA-A14B-4433-A445-9DB360282A79}" presName="rootText1" presStyleLbl="node0" presStyleIdx="15" presStyleCnt="100">
        <dgm:presLayoutVars>
          <dgm:chPref val="3"/>
        </dgm:presLayoutVars>
      </dgm:prSet>
      <dgm:spPr/>
    </dgm:pt>
    <dgm:pt modelId="{9A249E28-24DE-43D9-A2B1-F074EF7EB96C}" type="pres">
      <dgm:prSet presAssocID="{BFCBCCCA-A14B-4433-A445-9DB360282A79}" presName="rootConnector1" presStyleLbl="node1" presStyleIdx="0" presStyleCnt="0"/>
      <dgm:spPr/>
    </dgm:pt>
    <dgm:pt modelId="{1C9EC683-9BF2-41EE-924D-D518D08321FA}" type="pres">
      <dgm:prSet presAssocID="{BFCBCCCA-A14B-4433-A445-9DB360282A79}" presName="hierChild2" presStyleCnt="0"/>
      <dgm:spPr/>
    </dgm:pt>
    <dgm:pt modelId="{79259C78-63FB-4605-BFD8-6B573AA0AB05}" type="pres">
      <dgm:prSet presAssocID="{BFCBCCCA-A14B-4433-A445-9DB360282A79}" presName="hierChild3" presStyleCnt="0"/>
      <dgm:spPr/>
    </dgm:pt>
    <dgm:pt modelId="{C5247E5E-F48B-4D1B-AC92-E4FA14D0AB13}" type="pres">
      <dgm:prSet presAssocID="{C51AF903-CEDF-4342-81ED-3F7A46B02181}" presName="hierRoot1" presStyleCnt="0">
        <dgm:presLayoutVars>
          <dgm:hierBranch val="init"/>
        </dgm:presLayoutVars>
      </dgm:prSet>
      <dgm:spPr/>
    </dgm:pt>
    <dgm:pt modelId="{E1636768-2043-416D-95CD-A78379C7C26E}" type="pres">
      <dgm:prSet presAssocID="{C51AF903-CEDF-4342-81ED-3F7A46B02181}" presName="rootComposite1" presStyleCnt="0"/>
      <dgm:spPr/>
    </dgm:pt>
    <dgm:pt modelId="{F128252C-89A4-46E5-925A-F02BCFCC6D8F}" type="pres">
      <dgm:prSet presAssocID="{C51AF903-CEDF-4342-81ED-3F7A46B02181}" presName="rootText1" presStyleLbl="node0" presStyleIdx="16" presStyleCnt="100">
        <dgm:presLayoutVars>
          <dgm:chPref val="3"/>
        </dgm:presLayoutVars>
      </dgm:prSet>
      <dgm:spPr/>
    </dgm:pt>
    <dgm:pt modelId="{342E7C86-8A14-4806-AB47-DCF2064F5B6A}" type="pres">
      <dgm:prSet presAssocID="{C51AF903-CEDF-4342-81ED-3F7A46B02181}" presName="rootConnector1" presStyleLbl="node1" presStyleIdx="0" presStyleCnt="0"/>
      <dgm:spPr/>
    </dgm:pt>
    <dgm:pt modelId="{E453DA5D-4BC0-4B14-9A64-B1C92032CB20}" type="pres">
      <dgm:prSet presAssocID="{C51AF903-CEDF-4342-81ED-3F7A46B02181}" presName="hierChild2" presStyleCnt="0"/>
      <dgm:spPr/>
    </dgm:pt>
    <dgm:pt modelId="{D187906F-BAA9-4CC8-8522-D927D8C79342}" type="pres">
      <dgm:prSet presAssocID="{C51AF903-CEDF-4342-81ED-3F7A46B02181}" presName="hierChild3" presStyleCnt="0"/>
      <dgm:spPr/>
    </dgm:pt>
    <dgm:pt modelId="{03E6A42A-D60B-45C3-A50E-018C2A924EF8}" type="pres">
      <dgm:prSet presAssocID="{B7AB7410-F04C-49A4-86C8-9CD69896A532}" presName="hierRoot1" presStyleCnt="0">
        <dgm:presLayoutVars>
          <dgm:hierBranch val="init"/>
        </dgm:presLayoutVars>
      </dgm:prSet>
      <dgm:spPr/>
    </dgm:pt>
    <dgm:pt modelId="{D9C4B6E0-EBF9-4913-8C92-103C9F398EBE}" type="pres">
      <dgm:prSet presAssocID="{B7AB7410-F04C-49A4-86C8-9CD69896A532}" presName="rootComposite1" presStyleCnt="0"/>
      <dgm:spPr/>
    </dgm:pt>
    <dgm:pt modelId="{B2CC2984-F21B-469D-94E0-D8BB7AC7ABBC}" type="pres">
      <dgm:prSet presAssocID="{B7AB7410-F04C-49A4-86C8-9CD69896A532}" presName="rootText1" presStyleLbl="node0" presStyleIdx="17" presStyleCnt="100">
        <dgm:presLayoutVars>
          <dgm:chPref val="3"/>
        </dgm:presLayoutVars>
      </dgm:prSet>
      <dgm:spPr/>
    </dgm:pt>
    <dgm:pt modelId="{81D4210D-77DC-4105-886B-B347756AC6EF}" type="pres">
      <dgm:prSet presAssocID="{B7AB7410-F04C-49A4-86C8-9CD69896A532}" presName="rootConnector1" presStyleLbl="node1" presStyleIdx="0" presStyleCnt="0"/>
      <dgm:spPr/>
    </dgm:pt>
    <dgm:pt modelId="{0405CACC-9FC2-43F6-BBCD-3FD42D98C1A4}" type="pres">
      <dgm:prSet presAssocID="{B7AB7410-F04C-49A4-86C8-9CD69896A532}" presName="hierChild2" presStyleCnt="0"/>
      <dgm:spPr/>
    </dgm:pt>
    <dgm:pt modelId="{F072988D-4341-4D8C-9EB7-760846B699FE}" type="pres">
      <dgm:prSet presAssocID="{B7AB7410-F04C-49A4-86C8-9CD69896A532}" presName="hierChild3" presStyleCnt="0"/>
      <dgm:spPr/>
    </dgm:pt>
    <dgm:pt modelId="{2024D8DE-AF90-420C-A64F-9F35DF7578FA}" type="pres">
      <dgm:prSet presAssocID="{DB90F7B9-47ED-4263-AE08-DFB4D8AD746B}" presName="hierRoot1" presStyleCnt="0">
        <dgm:presLayoutVars>
          <dgm:hierBranch val="init"/>
        </dgm:presLayoutVars>
      </dgm:prSet>
      <dgm:spPr/>
    </dgm:pt>
    <dgm:pt modelId="{D240B1C1-7678-4F44-9820-41E1CA0C44B5}" type="pres">
      <dgm:prSet presAssocID="{DB90F7B9-47ED-4263-AE08-DFB4D8AD746B}" presName="rootComposite1" presStyleCnt="0"/>
      <dgm:spPr/>
    </dgm:pt>
    <dgm:pt modelId="{8B0451EE-36AF-4FB1-9A56-D8EFACF1DF04}" type="pres">
      <dgm:prSet presAssocID="{DB90F7B9-47ED-4263-AE08-DFB4D8AD746B}" presName="rootText1" presStyleLbl="node0" presStyleIdx="18" presStyleCnt="100">
        <dgm:presLayoutVars>
          <dgm:chPref val="3"/>
        </dgm:presLayoutVars>
      </dgm:prSet>
      <dgm:spPr/>
    </dgm:pt>
    <dgm:pt modelId="{CBAE5752-3FD6-440D-9D79-1A36161F75DA}" type="pres">
      <dgm:prSet presAssocID="{DB90F7B9-47ED-4263-AE08-DFB4D8AD746B}" presName="rootConnector1" presStyleLbl="node1" presStyleIdx="0" presStyleCnt="0"/>
      <dgm:spPr/>
    </dgm:pt>
    <dgm:pt modelId="{986D89C7-E6F1-4EE7-B841-8E9399B455E3}" type="pres">
      <dgm:prSet presAssocID="{DB90F7B9-47ED-4263-AE08-DFB4D8AD746B}" presName="hierChild2" presStyleCnt="0"/>
      <dgm:spPr/>
    </dgm:pt>
    <dgm:pt modelId="{A7E0C2C7-4DF3-49D0-9DF4-6F83A3455C64}" type="pres">
      <dgm:prSet presAssocID="{DB90F7B9-47ED-4263-AE08-DFB4D8AD746B}" presName="hierChild3" presStyleCnt="0"/>
      <dgm:spPr/>
    </dgm:pt>
    <dgm:pt modelId="{DC449966-0E8B-403C-BCB3-C355FB6C1C5D}" type="pres">
      <dgm:prSet presAssocID="{8E1DE876-EACE-43F6-8A4C-BB74757F124B}" presName="hierRoot1" presStyleCnt="0">
        <dgm:presLayoutVars>
          <dgm:hierBranch val="init"/>
        </dgm:presLayoutVars>
      </dgm:prSet>
      <dgm:spPr/>
    </dgm:pt>
    <dgm:pt modelId="{9BE2FB8E-A63E-44A0-9647-0804FF11B4FF}" type="pres">
      <dgm:prSet presAssocID="{8E1DE876-EACE-43F6-8A4C-BB74757F124B}" presName="rootComposite1" presStyleCnt="0"/>
      <dgm:spPr/>
    </dgm:pt>
    <dgm:pt modelId="{863A68D7-ABF7-4AAC-9E25-0D1A2F0E87A4}" type="pres">
      <dgm:prSet presAssocID="{8E1DE876-EACE-43F6-8A4C-BB74757F124B}" presName="rootText1" presStyleLbl="node0" presStyleIdx="19" presStyleCnt="100">
        <dgm:presLayoutVars>
          <dgm:chPref val="3"/>
        </dgm:presLayoutVars>
      </dgm:prSet>
      <dgm:spPr/>
    </dgm:pt>
    <dgm:pt modelId="{E423F6FD-E5DC-49C6-9A4A-95C83326D624}" type="pres">
      <dgm:prSet presAssocID="{8E1DE876-EACE-43F6-8A4C-BB74757F124B}" presName="rootConnector1" presStyleLbl="node1" presStyleIdx="0" presStyleCnt="0"/>
      <dgm:spPr/>
    </dgm:pt>
    <dgm:pt modelId="{350B3D10-172F-4CFD-BDB3-D02907E5332D}" type="pres">
      <dgm:prSet presAssocID="{8E1DE876-EACE-43F6-8A4C-BB74757F124B}" presName="hierChild2" presStyleCnt="0"/>
      <dgm:spPr/>
    </dgm:pt>
    <dgm:pt modelId="{907C01B8-8324-4113-9B7D-042B672F67AD}" type="pres">
      <dgm:prSet presAssocID="{8E1DE876-EACE-43F6-8A4C-BB74757F124B}" presName="hierChild3" presStyleCnt="0"/>
      <dgm:spPr/>
    </dgm:pt>
    <dgm:pt modelId="{7D0BF68F-2867-4ABA-AF7E-F980E6B61EE2}" type="pres">
      <dgm:prSet presAssocID="{7E66581A-64E2-4B51-A71B-DB1B968564EF}" presName="hierRoot1" presStyleCnt="0">
        <dgm:presLayoutVars>
          <dgm:hierBranch val="init"/>
        </dgm:presLayoutVars>
      </dgm:prSet>
      <dgm:spPr/>
    </dgm:pt>
    <dgm:pt modelId="{CDA85C68-BDEE-4438-AEA3-F4EEB49D9AB7}" type="pres">
      <dgm:prSet presAssocID="{7E66581A-64E2-4B51-A71B-DB1B968564EF}" presName="rootComposite1" presStyleCnt="0"/>
      <dgm:spPr/>
    </dgm:pt>
    <dgm:pt modelId="{A6E6A994-5B59-4B87-828F-2F0E6C98B755}" type="pres">
      <dgm:prSet presAssocID="{7E66581A-64E2-4B51-A71B-DB1B968564EF}" presName="rootText1" presStyleLbl="node0" presStyleIdx="20" presStyleCnt="100">
        <dgm:presLayoutVars>
          <dgm:chPref val="3"/>
        </dgm:presLayoutVars>
      </dgm:prSet>
      <dgm:spPr/>
    </dgm:pt>
    <dgm:pt modelId="{C70668EC-08D5-49EB-917F-C3094356ABC6}" type="pres">
      <dgm:prSet presAssocID="{7E66581A-64E2-4B51-A71B-DB1B968564EF}" presName="rootConnector1" presStyleLbl="node1" presStyleIdx="0" presStyleCnt="0"/>
      <dgm:spPr/>
    </dgm:pt>
    <dgm:pt modelId="{4BC5847F-ED7A-4FCD-A2E2-38B13EF098B5}" type="pres">
      <dgm:prSet presAssocID="{7E66581A-64E2-4B51-A71B-DB1B968564EF}" presName="hierChild2" presStyleCnt="0"/>
      <dgm:spPr/>
    </dgm:pt>
    <dgm:pt modelId="{24965EF1-6659-41E1-B3DC-8A5A590D1B5B}" type="pres">
      <dgm:prSet presAssocID="{7E66581A-64E2-4B51-A71B-DB1B968564EF}" presName="hierChild3" presStyleCnt="0"/>
      <dgm:spPr/>
    </dgm:pt>
    <dgm:pt modelId="{466599A2-F8F4-4E6B-B40F-21B3761792DE}" type="pres">
      <dgm:prSet presAssocID="{A77E65FA-806F-490E-AECE-643E09B1DE4A}" presName="hierRoot1" presStyleCnt="0">
        <dgm:presLayoutVars>
          <dgm:hierBranch val="init"/>
        </dgm:presLayoutVars>
      </dgm:prSet>
      <dgm:spPr/>
    </dgm:pt>
    <dgm:pt modelId="{4CCFA120-2EE3-49B0-A1BB-16E6BDD83EA3}" type="pres">
      <dgm:prSet presAssocID="{A77E65FA-806F-490E-AECE-643E09B1DE4A}" presName="rootComposite1" presStyleCnt="0"/>
      <dgm:spPr/>
    </dgm:pt>
    <dgm:pt modelId="{F53F1598-89F7-40B1-B545-70FB8C4CC5C9}" type="pres">
      <dgm:prSet presAssocID="{A77E65FA-806F-490E-AECE-643E09B1DE4A}" presName="rootText1" presStyleLbl="node0" presStyleIdx="21" presStyleCnt="100">
        <dgm:presLayoutVars>
          <dgm:chPref val="3"/>
        </dgm:presLayoutVars>
      </dgm:prSet>
      <dgm:spPr/>
    </dgm:pt>
    <dgm:pt modelId="{7B34ED7E-DF2D-4AAD-9177-6B2638298A91}" type="pres">
      <dgm:prSet presAssocID="{A77E65FA-806F-490E-AECE-643E09B1DE4A}" presName="rootConnector1" presStyleLbl="node1" presStyleIdx="0" presStyleCnt="0"/>
      <dgm:spPr/>
    </dgm:pt>
    <dgm:pt modelId="{7C2A5E49-1596-4A00-AD82-3FBAAC9D342E}" type="pres">
      <dgm:prSet presAssocID="{A77E65FA-806F-490E-AECE-643E09B1DE4A}" presName="hierChild2" presStyleCnt="0"/>
      <dgm:spPr/>
    </dgm:pt>
    <dgm:pt modelId="{03EC2DCD-2B6C-4B9C-B642-6164A7DD01D8}" type="pres">
      <dgm:prSet presAssocID="{A77E65FA-806F-490E-AECE-643E09B1DE4A}" presName="hierChild3" presStyleCnt="0"/>
      <dgm:spPr/>
    </dgm:pt>
    <dgm:pt modelId="{1DB8BB4A-177F-49E6-9EE9-82A2C891CA33}" type="pres">
      <dgm:prSet presAssocID="{AF4A84F9-E5B0-4AD4-987E-2DC2BC2266B8}" presName="hierRoot1" presStyleCnt="0">
        <dgm:presLayoutVars>
          <dgm:hierBranch val="init"/>
        </dgm:presLayoutVars>
      </dgm:prSet>
      <dgm:spPr/>
    </dgm:pt>
    <dgm:pt modelId="{704F43A2-5B6E-49A0-949C-77462F4300F2}" type="pres">
      <dgm:prSet presAssocID="{AF4A84F9-E5B0-4AD4-987E-2DC2BC2266B8}" presName="rootComposite1" presStyleCnt="0"/>
      <dgm:spPr/>
    </dgm:pt>
    <dgm:pt modelId="{3F5A62AD-8A61-4409-9D61-2E5449091A27}" type="pres">
      <dgm:prSet presAssocID="{AF4A84F9-E5B0-4AD4-987E-2DC2BC2266B8}" presName="rootText1" presStyleLbl="node0" presStyleIdx="22" presStyleCnt="100">
        <dgm:presLayoutVars>
          <dgm:chPref val="3"/>
        </dgm:presLayoutVars>
      </dgm:prSet>
      <dgm:spPr/>
    </dgm:pt>
    <dgm:pt modelId="{4C8FE397-B85B-4963-9E70-1B240D280056}" type="pres">
      <dgm:prSet presAssocID="{AF4A84F9-E5B0-4AD4-987E-2DC2BC2266B8}" presName="rootConnector1" presStyleLbl="node1" presStyleIdx="0" presStyleCnt="0"/>
      <dgm:spPr/>
    </dgm:pt>
    <dgm:pt modelId="{3BA135D7-685F-4089-8DCB-B7DE3200BE73}" type="pres">
      <dgm:prSet presAssocID="{AF4A84F9-E5B0-4AD4-987E-2DC2BC2266B8}" presName="hierChild2" presStyleCnt="0"/>
      <dgm:spPr/>
    </dgm:pt>
    <dgm:pt modelId="{328EC84D-766A-41A3-A67B-FC1B8B48FBAC}" type="pres">
      <dgm:prSet presAssocID="{AF4A84F9-E5B0-4AD4-987E-2DC2BC2266B8}" presName="hierChild3" presStyleCnt="0"/>
      <dgm:spPr/>
    </dgm:pt>
    <dgm:pt modelId="{E16A10FD-B95F-4CE2-9373-5A08C0E1B62D}" type="pres">
      <dgm:prSet presAssocID="{92157D6B-7738-48A1-9FD3-EE7A2D976CD9}" presName="hierRoot1" presStyleCnt="0">
        <dgm:presLayoutVars>
          <dgm:hierBranch val="init"/>
        </dgm:presLayoutVars>
      </dgm:prSet>
      <dgm:spPr/>
    </dgm:pt>
    <dgm:pt modelId="{17749863-7A4F-4B53-BA23-258CD99158E9}" type="pres">
      <dgm:prSet presAssocID="{92157D6B-7738-48A1-9FD3-EE7A2D976CD9}" presName="rootComposite1" presStyleCnt="0"/>
      <dgm:spPr/>
    </dgm:pt>
    <dgm:pt modelId="{A97E72C2-BAF0-4C84-B1F1-5258E97765EF}" type="pres">
      <dgm:prSet presAssocID="{92157D6B-7738-48A1-9FD3-EE7A2D976CD9}" presName="rootText1" presStyleLbl="node0" presStyleIdx="23" presStyleCnt="100">
        <dgm:presLayoutVars>
          <dgm:chPref val="3"/>
        </dgm:presLayoutVars>
      </dgm:prSet>
      <dgm:spPr/>
    </dgm:pt>
    <dgm:pt modelId="{BBE5133D-1F3C-41EC-98E6-FA29A0DF6E0A}" type="pres">
      <dgm:prSet presAssocID="{92157D6B-7738-48A1-9FD3-EE7A2D976CD9}" presName="rootConnector1" presStyleLbl="node1" presStyleIdx="0" presStyleCnt="0"/>
      <dgm:spPr/>
    </dgm:pt>
    <dgm:pt modelId="{E27636BF-76EF-46C8-8FD6-4E1E2CE20F21}" type="pres">
      <dgm:prSet presAssocID="{92157D6B-7738-48A1-9FD3-EE7A2D976CD9}" presName="hierChild2" presStyleCnt="0"/>
      <dgm:spPr/>
    </dgm:pt>
    <dgm:pt modelId="{C28265E6-9470-4F9B-8E15-7BC50B6AC3C6}" type="pres">
      <dgm:prSet presAssocID="{92157D6B-7738-48A1-9FD3-EE7A2D976CD9}" presName="hierChild3" presStyleCnt="0"/>
      <dgm:spPr/>
    </dgm:pt>
    <dgm:pt modelId="{932C36B3-6134-4A6B-9045-058A0F72461A}" type="pres">
      <dgm:prSet presAssocID="{A0A2CE28-0D86-4769-8627-646C618BFE83}" presName="hierRoot1" presStyleCnt="0">
        <dgm:presLayoutVars>
          <dgm:hierBranch val="init"/>
        </dgm:presLayoutVars>
      </dgm:prSet>
      <dgm:spPr/>
    </dgm:pt>
    <dgm:pt modelId="{E5968D56-40C4-4042-BDA1-75F94D0666D1}" type="pres">
      <dgm:prSet presAssocID="{A0A2CE28-0D86-4769-8627-646C618BFE83}" presName="rootComposite1" presStyleCnt="0"/>
      <dgm:spPr/>
    </dgm:pt>
    <dgm:pt modelId="{6F430980-D0B8-47E6-83AF-25F594BAC0CB}" type="pres">
      <dgm:prSet presAssocID="{A0A2CE28-0D86-4769-8627-646C618BFE83}" presName="rootText1" presStyleLbl="node0" presStyleIdx="24" presStyleCnt="100">
        <dgm:presLayoutVars>
          <dgm:chPref val="3"/>
        </dgm:presLayoutVars>
      </dgm:prSet>
      <dgm:spPr/>
    </dgm:pt>
    <dgm:pt modelId="{8512894F-F060-4D06-A8D5-FC46F483CE68}" type="pres">
      <dgm:prSet presAssocID="{A0A2CE28-0D86-4769-8627-646C618BFE83}" presName="rootConnector1" presStyleLbl="node1" presStyleIdx="0" presStyleCnt="0"/>
      <dgm:spPr/>
    </dgm:pt>
    <dgm:pt modelId="{EBEEBD66-6BAE-4241-A432-8703076B67C7}" type="pres">
      <dgm:prSet presAssocID="{A0A2CE28-0D86-4769-8627-646C618BFE83}" presName="hierChild2" presStyleCnt="0"/>
      <dgm:spPr/>
    </dgm:pt>
    <dgm:pt modelId="{AC87E833-6A46-4324-A684-8C5C8687BDD4}" type="pres">
      <dgm:prSet presAssocID="{A0A2CE28-0D86-4769-8627-646C618BFE83}" presName="hierChild3" presStyleCnt="0"/>
      <dgm:spPr/>
    </dgm:pt>
    <dgm:pt modelId="{58757A33-3B5B-46D5-B15E-46C2853965B1}" type="pres">
      <dgm:prSet presAssocID="{F67B36D1-E078-4BB2-BEB6-923215B1E3EA}" presName="hierRoot1" presStyleCnt="0">
        <dgm:presLayoutVars>
          <dgm:hierBranch val="init"/>
        </dgm:presLayoutVars>
      </dgm:prSet>
      <dgm:spPr/>
    </dgm:pt>
    <dgm:pt modelId="{61E2E736-617D-40B6-997E-884D6EB640CE}" type="pres">
      <dgm:prSet presAssocID="{F67B36D1-E078-4BB2-BEB6-923215B1E3EA}" presName="rootComposite1" presStyleCnt="0"/>
      <dgm:spPr/>
    </dgm:pt>
    <dgm:pt modelId="{2BF4E106-4432-4176-862F-4A7123DBA097}" type="pres">
      <dgm:prSet presAssocID="{F67B36D1-E078-4BB2-BEB6-923215B1E3EA}" presName="rootText1" presStyleLbl="node0" presStyleIdx="25" presStyleCnt="100">
        <dgm:presLayoutVars>
          <dgm:chPref val="3"/>
        </dgm:presLayoutVars>
      </dgm:prSet>
      <dgm:spPr/>
    </dgm:pt>
    <dgm:pt modelId="{4A92BECE-38BE-48A9-96E0-FACBE4D46D23}" type="pres">
      <dgm:prSet presAssocID="{F67B36D1-E078-4BB2-BEB6-923215B1E3EA}" presName="rootConnector1" presStyleLbl="node1" presStyleIdx="0" presStyleCnt="0"/>
      <dgm:spPr/>
    </dgm:pt>
    <dgm:pt modelId="{27EB95A1-650C-4735-90A6-F5F9CC7900E1}" type="pres">
      <dgm:prSet presAssocID="{F67B36D1-E078-4BB2-BEB6-923215B1E3EA}" presName="hierChild2" presStyleCnt="0"/>
      <dgm:spPr/>
    </dgm:pt>
    <dgm:pt modelId="{163A49A6-EE55-4880-BD22-59B1817DEFC0}" type="pres">
      <dgm:prSet presAssocID="{F67B36D1-E078-4BB2-BEB6-923215B1E3EA}" presName="hierChild3" presStyleCnt="0"/>
      <dgm:spPr/>
    </dgm:pt>
    <dgm:pt modelId="{48206523-CC5E-4FE3-9D7C-1C0980E463B9}" type="pres">
      <dgm:prSet presAssocID="{67EB7732-209E-41EF-8E6B-0C1A910A5D72}" presName="hierRoot1" presStyleCnt="0">
        <dgm:presLayoutVars>
          <dgm:hierBranch val="init"/>
        </dgm:presLayoutVars>
      </dgm:prSet>
      <dgm:spPr/>
    </dgm:pt>
    <dgm:pt modelId="{9D35DA50-3412-47A2-910D-A914FD13FD57}" type="pres">
      <dgm:prSet presAssocID="{67EB7732-209E-41EF-8E6B-0C1A910A5D72}" presName="rootComposite1" presStyleCnt="0"/>
      <dgm:spPr/>
    </dgm:pt>
    <dgm:pt modelId="{834E9A8F-78AA-4A76-A05D-A90207CB562D}" type="pres">
      <dgm:prSet presAssocID="{67EB7732-209E-41EF-8E6B-0C1A910A5D72}" presName="rootText1" presStyleLbl="node0" presStyleIdx="26" presStyleCnt="100">
        <dgm:presLayoutVars>
          <dgm:chPref val="3"/>
        </dgm:presLayoutVars>
      </dgm:prSet>
      <dgm:spPr/>
    </dgm:pt>
    <dgm:pt modelId="{623AE4FC-0A9E-4490-9F68-94E3433C84F5}" type="pres">
      <dgm:prSet presAssocID="{67EB7732-209E-41EF-8E6B-0C1A910A5D72}" presName="rootConnector1" presStyleLbl="node1" presStyleIdx="0" presStyleCnt="0"/>
      <dgm:spPr/>
    </dgm:pt>
    <dgm:pt modelId="{31013DFD-AF0C-4E12-8CB2-089B7BA7E85C}" type="pres">
      <dgm:prSet presAssocID="{67EB7732-209E-41EF-8E6B-0C1A910A5D72}" presName="hierChild2" presStyleCnt="0"/>
      <dgm:spPr/>
    </dgm:pt>
    <dgm:pt modelId="{239F8DC6-69D7-4A19-9F57-DFE424A49661}" type="pres">
      <dgm:prSet presAssocID="{67EB7732-209E-41EF-8E6B-0C1A910A5D72}" presName="hierChild3" presStyleCnt="0"/>
      <dgm:spPr/>
    </dgm:pt>
    <dgm:pt modelId="{A3836740-B909-43F1-B90A-FD0D0842CE35}" type="pres">
      <dgm:prSet presAssocID="{421BD2FD-532D-4F91-88B8-39E0ACFDC896}" presName="hierRoot1" presStyleCnt="0">
        <dgm:presLayoutVars>
          <dgm:hierBranch val="init"/>
        </dgm:presLayoutVars>
      </dgm:prSet>
      <dgm:spPr/>
    </dgm:pt>
    <dgm:pt modelId="{605AD9BE-A318-4A3E-B3AD-8A8EEDBA86CB}" type="pres">
      <dgm:prSet presAssocID="{421BD2FD-532D-4F91-88B8-39E0ACFDC896}" presName="rootComposite1" presStyleCnt="0"/>
      <dgm:spPr/>
    </dgm:pt>
    <dgm:pt modelId="{54C5046A-2700-497B-A9EC-5C0B8E25B0CB}" type="pres">
      <dgm:prSet presAssocID="{421BD2FD-532D-4F91-88B8-39E0ACFDC896}" presName="rootText1" presStyleLbl="node0" presStyleIdx="27" presStyleCnt="100">
        <dgm:presLayoutVars>
          <dgm:chPref val="3"/>
        </dgm:presLayoutVars>
      </dgm:prSet>
      <dgm:spPr/>
    </dgm:pt>
    <dgm:pt modelId="{E6F9EAA2-21DD-487E-B0CB-1B31251B86E9}" type="pres">
      <dgm:prSet presAssocID="{421BD2FD-532D-4F91-88B8-39E0ACFDC896}" presName="rootConnector1" presStyleLbl="node1" presStyleIdx="0" presStyleCnt="0"/>
      <dgm:spPr/>
    </dgm:pt>
    <dgm:pt modelId="{BD191F94-0351-49C5-B6E7-5C90CEEFAA35}" type="pres">
      <dgm:prSet presAssocID="{421BD2FD-532D-4F91-88B8-39E0ACFDC896}" presName="hierChild2" presStyleCnt="0"/>
      <dgm:spPr/>
    </dgm:pt>
    <dgm:pt modelId="{9BDC80D9-A146-4D98-8544-CD599FE44F1A}" type="pres">
      <dgm:prSet presAssocID="{421BD2FD-532D-4F91-88B8-39E0ACFDC896}" presName="hierChild3" presStyleCnt="0"/>
      <dgm:spPr/>
    </dgm:pt>
    <dgm:pt modelId="{2C438121-408D-4E07-9487-04B8858F4C9C}" type="pres">
      <dgm:prSet presAssocID="{E7B0D0A0-EFB1-4F59-B282-6728682EFF72}" presName="hierRoot1" presStyleCnt="0">
        <dgm:presLayoutVars>
          <dgm:hierBranch val="init"/>
        </dgm:presLayoutVars>
      </dgm:prSet>
      <dgm:spPr/>
    </dgm:pt>
    <dgm:pt modelId="{A6AB79BD-675E-4703-8C77-5D7C4FE89EEE}" type="pres">
      <dgm:prSet presAssocID="{E7B0D0A0-EFB1-4F59-B282-6728682EFF72}" presName="rootComposite1" presStyleCnt="0"/>
      <dgm:spPr/>
    </dgm:pt>
    <dgm:pt modelId="{EE3F94CD-A372-43B6-AA95-F03E3ADFE666}" type="pres">
      <dgm:prSet presAssocID="{E7B0D0A0-EFB1-4F59-B282-6728682EFF72}" presName="rootText1" presStyleLbl="node0" presStyleIdx="28" presStyleCnt="100">
        <dgm:presLayoutVars>
          <dgm:chPref val="3"/>
        </dgm:presLayoutVars>
      </dgm:prSet>
      <dgm:spPr/>
    </dgm:pt>
    <dgm:pt modelId="{EF5746B6-99C4-40EA-A01B-720797D8003F}" type="pres">
      <dgm:prSet presAssocID="{E7B0D0A0-EFB1-4F59-B282-6728682EFF72}" presName="rootConnector1" presStyleLbl="node1" presStyleIdx="0" presStyleCnt="0"/>
      <dgm:spPr/>
    </dgm:pt>
    <dgm:pt modelId="{5026B586-27F7-40F3-A50D-B3A76C3DA17C}" type="pres">
      <dgm:prSet presAssocID="{E7B0D0A0-EFB1-4F59-B282-6728682EFF72}" presName="hierChild2" presStyleCnt="0"/>
      <dgm:spPr/>
    </dgm:pt>
    <dgm:pt modelId="{6E4A49F2-8050-4514-AE91-691191970C91}" type="pres">
      <dgm:prSet presAssocID="{E7B0D0A0-EFB1-4F59-B282-6728682EFF72}" presName="hierChild3" presStyleCnt="0"/>
      <dgm:spPr/>
    </dgm:pt>
    <dgm:pt modelId="{1AA689DF-3096-46F8-B009-75207D28B60B}" type="pres">
      <dgm:prSet presAssocID="{76B92785-8FB1-4B40-8103-DA877E2ACA51}" presName="hierRoot1" presStyleCnt="0">
        <dgm:presLayoutVars>
          <dgm:hierBranch val="init"/>
        </dgm:presLayoutVars>
      </dgm:prSet>
      <dgm:spPr/>
    </dgm:pt>
    <dgm:pt modelId="{715846E0-1474-4353-81B4-1B746DDDBAF2}" type="pres">
      <dgm:prSet presAssocID="{76B92785-8FB1-4B40-8103-DA877E2ACA51}" presName="rootComposite1" presStyleCnt="0"/>
      <dgm:spPr/>
    </dgm:pt>
    <dgm:pt modelId="{856C2E88-94F9-48A5-95A0-80F065564DF8}" type="pres">
      <dgm:prSet presAssocID="{76B92785-8FB1-4B40-8103-DA877E2ACA51}" presName="rootText1" presStyleLbl="node0" presStyleIdx="29" presStyleCnt="100">
        <dgm:presLayoutVars>
          <dgm:chPref val="3"/>
        </dgm:presLayoutVars>
      </dgm:prSet>
      <dgm:spPr/>
    </dgm:pt>
    <dgm:pt modelId="{7C1EBF52-B710-47BE-B31A-C3AB46788C4C}" type="pres">
      <dgm:prSet presAssocID="{76B92785-8FB1-4B40-8103-DA877E2ACA51}" presName="rootConnector1" presStyleLbl="node1" presStyleIdx="0" presStyleCnt="0"/>
      <dgm:spPr/>
    </dgm:pt>
    <dgm:pt modelId="{A03F38EB-5499-4CED-9229-7D7D2E865E45}" type="pres">
      <dgm:prSet presAssocID="{76B92785-8FB1-4B40-8103-DA877E2ACA51}" presName="hierChild2" presStyleCnt="0"/>
      <dgm:spPr/>
    </dgm:pt>
    <dgm:pt modelId="{EB53E1BE-AA33-4E1F-9C5E-A6E7005EF5E7}" type="pres">
      <dgm:prSet presAssocID="{76B92785-8FB1-4B40-8103-DA877E2ACA51}" presName="hierChild3" presStyleCnt="0"/>
      <dgm:spPr/>
    </dgm:pt>
    <dgm:pt modelId="{09E25E50-C0AC-4782-A285-5798E7D14044}" type="pres">
      <dgm:prSet presAssocID="{215ADA86-3F19-4978-A0CC-51A6ADAC643B}" presName="hierRoot1" presStyleCnt="0">
        <dgm:presLayoutVars>
          <dgm:hierBranch val="init"/>
        </dgm:presLayoutVars>
      </dgm:prSet>
      <dgm:spPr/>
    </dgm:pt>
    <dgm:pt modelId="{FABEADA8-AB23-4012-8E6A-FF41FE4A9335}" type="pres">
      <dgm:prSet presAssocID="{215ADA86-3F19-4978-A0CC-51A6ADAC643B}" presName="rootComposite1" presStyleCnt="0"/>
      <dgm:spPr/>
    </dgm:pt>
    <dgm:pt modelId="{68B5A9A9-3D3B-496E-B0E1-7E5B1BF4BA78}" type="pres">
      <dgm:prSet presAssocID="{215ADA86-3F19-4978-A0CC-51A6ADAC643B}" presName="rootText1" presStyleLbl="node0" presStyleIdx="30" presStyleCnt="100">
        <dgm:presLayoutVars>
          <dgm:chPref val="3"/>
        </dgm:presLayoutVars>
      </dgm:prSet>
      <dgm:spPr/>
    </dgm:pt>
    <dgm:pt modelId="{5D72C87B-DE29-44BA-8BA1-A05D0FCC7768}" type="pres">
      <dgm:prSet presAssocID="{215ADA86-3F19-4978-A0CC-51A6ADAC643B}" presName="rootConnector1" presStyleLbl="node1" presStyleIdx="0" presStyleCnt="0"/>
      <dgm:spPr/>
    </dgm:pt>
    <dgm:pt modelId="{3221E8EF-AE45-4217-9C40-FF02ADFB0EBD}" type="pres">
      <dgm:prSet presAssocID="{215ADA86-3F19-4978-A0CC-51A6ADAC643B}" presName="hierChild2" presStyleCnt="0"/>
      <dgm:spPr/>
    </dgm:pt>
    <dgm:pt modelId="{344D25D0-C356-4726-A2CF-43BB288D6ACF}" type="pres">
      <dgm:prSet presAssocID="{215ADA86-3F19-4978-A0CC-51A6ADAC643B}" presName="hierChild3" presStyleCnt="0"/>
      <dgm:spPr/>
    </dgm:pt>
    <dgm:pt modelId="{03C0CA71-9480-43AB-85B1-8C78A7C29DAA}" type="pres">
      <dgm:prSet presAssocID="{F1B4D988-3087-457D-A626-1618802577B8}" presName="hierRoot1" presStyleCnt="0">
        <dgm:presLayoutVars>
          <dgm:hierBranch val="init"/>
        </dgm:presLayoutVars>
      </dgm:prSet>
      <dgm:spPr/>
    </dgm:pt>
    <dgm:pt modelId="{7D4D6A2B-0430-4A54-BD6A-4AFB382B2DF1}" type="pres">
      <dgm:prSet presAssocID="{F1B4D988-3087-457D-A626-1618802577B8}" presName="rootComposite1" presStyleCnt="0"/>
      <dgm:spPr/>
    </dgm:pt>
    <dgm:pt modelId="{DA3505B3-91B2-4080-9CD5-EF634D2899A7}" type="pres">
      <dgm:prSet presAssocID="{F1B4D988-3087-457D-A626-1618802577B8}" presName="rootText1" presStyleLbl="node0" presStyleIdx="31" presStyleCnt="100">
        <dgm:presLayoutVars>
          <dgm:chPref val="3"/>
        </dgm:presLayoutVars>
      </dgm:prSet>
      <dgm:spPr/>
    </dgm:pt>
    <dgm:pt modelId="{D800C573-86E2-4A47-8EEA-9682EADA676E}" type="pres">
      <dgm:prSet presAssocID="{F1B4D988-3087-457D-A626-1618802577B8}" presName="rootConnector1" presStyleLbl="node1" presStyleIdx="0" presStyleCnt="0"/>
      <dgm:spPr/>
    </dgm:pt>
    <dgm:pt modelId="{63D9AE9B-6F56-46BE-85FF-01E65DA535FC}" type="pres">
      <dgm:prSet presAssocID="{F1B4D988-3087-457D-A626-1618802577B8}" presName="hierChild2" presStyleCnt="0"/>
      <dgm:spPr/>
    </dgm:pt>
    <dgm:pt modelId="{35687758-E777-4C32-B239-FCE862F79ACC}" type="pres">
      <dgm:prSet presAssocID="{F1B4D988-3087-457D-A626-1618802577B8}" presName="hierChild3" presStyleCnt="0"/>
      <dgm:spPr/>
    </dgm:pt>
    <dgm:pt modelId="{0874D37F-68EE-47DF-AD9D-040ADBD4D2B6}" type="pres">
      <dgm:prSet presAssocID="{92260179-412F-4DFB-B3E6-D37ADFAB4682}" presName="hierRoot1" presStyleCnt="0">
        <dgm:presLayoutVars>
          <dgm:hierBranch val="init"/>
        </dgm:presLayoutVars>
      </dgm:prSet>
      <dgm:spPr/>
    </dgm:pt>
    <dgm:pt modelId="{95612346-F22D-4D16-B372-7B5878D158D0}" type="pres">
      <dgm:prSet presAssocID="{92260179-412F-4DFB-B3E6-D37ADFAB4682}" presName="rootComposite1" presStyleCnt="0"/>
      <dgm:spPr/>
    </dgm:pt>
    <dgm:pt modelId="{50F80BE9-F90E-416C-8C44-597D5BBCD9EA}" type="pres">
      <dgm:prSet presAssocID="{92260179-412F-4DFB-B3E6-D37ADFAB4682}" presName="rootText1" presStyleLbl="node0" presStyleIdx="32" presStyleCnt="100">
        <dgm:presLayoutVars>
          <dgm:chPref val="3"/>
        </dgm:presLayoutVars>
      </dgm:prSet>
      <dgm:spPr/>
    </dgm:pt>
    <dgm:pt modelId="{C27CDC66-01C3-4D63-A119-2D6F7194CA8C}" type="pres">
      <dgm:prSet presAssocID="{92260179-412F-4DFB-B3E6-D37ADFAB4682}" presName="rootConnector1" presStyleLbl="node1" presStyleIdx="0" presStyleCnt="0"/>
      <dgm:spPr/>
    </dgm:pt>
    <dgm:pt modelId="{FB31CDCD-D8F8-4A8C-A5EA-D67B6DA44F6B}" type="pres">
      <dgm:prSet presAssocID="{92260179-412F-4DFB-B3E6-D37ADFAB4682}" presName="hierChild2" presStyleCnt="0"/>
      <dgm:spPr/>
    </dgm:pt>
    <dgm:pt modelId="{8985C26A-5401-46A4-B013-9C6D1E528C09}" type="pres">
      <dgm:prSet presAssocID="{92260179-412F-4DFB-B3E6-D37ADFAB4682}" presName="hierChild3" presStyleCnt="0"/>
      <dgm:spPr/>
    </dgm:pt>
    <dgm:pt modelId="{152DF415-A183-4346-87C3-AAB7FC3F919E}" type="pres">
      <dgm:prSet presAssocID="{54931DA9-A9B3-4611-914C-2C6C3F96FFFD}" presName="hierRoot1" presStyleCnt="0">
        <dgm:presLayoutVars>
          <dgm:hierBranch val="init"/>
        </dgm:presLayoutVars>
      </dgm:prSet>
      <dgm:spPr/>
    </dgm:pt>
    <dgm:pt modelId="{C832AEA2-776E-4A59-B6A7-1457D46C9582}" type="pres">
      <dgm:prSet presAssocID="{54931DA9-A9B3-4611-914C-2C6C3F96FFFD}" presName="rootComposite1" presStyleCnt="0"/>
      <dgm:spPr/>
    </dgm:pt>
    <dgm:pt modelId="{6C410F43-EA1A-41CD-ABAE-2962A3286A70}" type="pres">
      <dgm:prSet presAssocID="{54931DA9-A9B3-4611-914C-2C6C3F96FFFD}" presName="rootText1" presStyleLbl="node0" presStyleIdx="33" presStyleCnt="100">
        <dgm:presLayoutVars>
          <dgm:chPref val="3"/>
        </dgm:presLayoutVars>
      </dgm:prSet>
      <dgm:spPr/>
    </dgm:pt>
    <dgm:pt modelId="{E12161AA-4829-4DDB-A21D-0DCCBFD5A6E5}" type="pres">
      <dgm:prSet presAssocID="{54931DA9-A9B3-4611-914C-2C6C3F96FFFD}" presName="rootConnector1" presStyleLbl="node1" presStyleIdx="0" presStyleCnt="0"/>
      <dgm:spPr/>
    </dgm:pt>
    <dgm:pt modelId="{F1F15071-BD4A-4BB4-AE65-AD180CF1FA17}" type="pres">
      <dgm:prSet presAssocID="{54931DA9-A9B3-4611-914C-2C6C3F96FFFD}" presName="hierChild2" presStyleCnt="0"/>
      <dgm:spPr/>
    </dgm:pt>
    <dgm:pt modelId="{60E2DE89-788B-495F-9609-95A49DA778F0}" type="pres">
      <dgm:prSet presAssocID="{54931DA9-A9B3-4611-914C-2C6C3F96FFFD}" presName="hierChild3" presStyleCnt="0"/>
      <dgm:spPr/>
    </dgm:pt>
    <dgm:pt modelId="{6EB42646-4C9C-4F08-BA5C-889B9A67AB2F}" type="pres">
      <dgm:prSet presAssocID="{C9C9FBDB-A8D3-424A-A8A5-635C8E2241C9}" presName="hierRoot1" presStyleCnt="0">
        <dgm:presLayoutVars>
          <dgm:hierBranch val="init"/>
        </dgm:presLayoutVars>
      </dgm:prSet>
      <dgm:spPr/>
    </dgm:pt>
    <dgm:pt modelId="{D962BB12-1DF6-47F4-BDAB-97F2A1E04B51}" type="pres">
      <dgm:prSet presAssocID="{C9C9FBDB-A8D3-424A-A8A5-635C8E2241C9}" presName="rootComposite1" presStyleCnt="0"/>
      <dgm:spPr/>
    </dgm:pt>
    <dgm:pt modelId="{9AC7024B-CFA3-4795-8084-0DF18EBE8B8B}" type="pres">
      <dgm:prSet presAssocID="{C9C9FBDB-A8D3-424A-A8A5-635C8E2241C9}" presName="rootText1" presStyleLbl="node0" presStyleIdx="34" presStyleCnt="100">
        <dgm:presLayoutVars>
          <dgm:chPref val="3"/>
        </dgm:presLayoutVars>
      </dgm:prSet>
      <dgm:spPr/>
    </dgm:pt>
    <dgm:pt modelId="{5BFE5E3D-A999-4C5E-B391-9205CA56CE61}" type="pres">
      <dgm:prSet presAssocID="{C9C9FBDB-A8D3-424A-A8A5-635C8E2241C9}" presName="rootConnector1" presStyleLbl="node1" presStyleIdx="0" presStyleCnt="0"/>
      <dgm:spPr/>
    </dgm:pt>
    <dgm:pt modelId="{4C990FB5-1752-4C0D-8CCF-551392DE697D}" type="pres">
      <dgm:prSet presAssocID="{C9C9FBDB-A8D3-424A-A8A5-635C8E2241C9}" presName="hierChild2" presStyleCnt="0"/>
      <dgm:spPr/>
    </dgm:pt>
    <dgm:pt modelId="{0CC47317-4A5C-4AE9-9A31-DC38AE561667}" type="pres">
      <dgm:prSet presAssocID="{C9C9FBDB-A8D3-424A-A8A5-635C8E2241C9}" presName="hierChild3" presStyleCnt="0"/>
      <dgm:spPr/>
    </dgm:pt>
    <dgm:pt modelId="{F214FF5D-5382-4646-AF5C-4171D57689DF}" type="pres">
      <dgm:prSet presAssocID="{ED95C1E8-6B71-40E6-B26B-75227E4D0611}" presName="hierRoot1" presStyleCnt="0">
        <dgm:presLayoutVars>
          <dgm:hierBranch val="init"/>
        </dgm:presLayoutVars>
      </dgm:prSet>
      <dgm:spPr/>
    </dgm:pt>
    <dgm:pt modelId="{ACA42ABF-1392-48F3-9F11-9694BB1BDE34}" type="pres">
      <dgm:prSet presAssocID="{ED95C1E8-6B71-40E6-B26B-75227E4D0611}" presName="rootComposite1" presStyleCnt="0"/>
      <dgm:spPr/>
    </dgm:pt>
    <dgm:pt modelId="{EF7B9364-47CB-4E1A-9544-59BF1BB5A31A}" type="pres">
      <dgm:prSet presAssocID="{ED95C1E8-6B71-40E6-B26B-75227E4D0611}" presName="rootText1" presStyleLbl="node0" presStyleIdx="35" presStyleCnt="100">
        <dgm:presLayoutVars>
          <dgm:chPref val="3"/>
        </dgm:presLayoutVars>
      </dgm:prSet>
      <dgm:spPr/>
    </dgm:pt>
    <dgm:pt modelId="{581F0E76-D880-460B-8B5E-43E857A8FAD8}" type="pres">
      <dgm:prSet presAssocID="{ED95C1E8-6B71-40E6-B26B-75227E4D0611}" presName="rootConnector1" presStyleLbl="node1" presStyleIdx="0" presStyleCnt="0"/>
      <dgm:spPr/>
    </dgm:pt>
    <dgm:pt modelId="{2A4D8F8E-DA12-4103-8239-4BA0DA27008A}" type="pres">
      <dgm:prSet presAssocID="{ED95C1E8-6B71-40E6-B26B-75227E4D0611}" presName="hierChild2" presStyleCnt="0"/>
      <dgm:spPr/>
    </dgm:pt>
    <dgm:pt modelId="{D04DAE7B-ED8E-4917-9F9D-193C8C65797F}" type="pres">
      <dgm:prSet presAssocID="{ED95C1E8-6B71-40E6-B26B-75227E4D0611}" presName="hierChild3" presStyleCnt="0"/>
      <dgm:spPr/>
    </dgm:pt>
    <dgm:pt modelId="{23A275EF-B26C-4AAC-AE8D-52C5E8323421}" type="pres">
      <dgm:prSet presAssocID="{5E18485A-4361-4D44-950D-B5B1E40E6034}" presName="hierRoot1" presStyleCnt="0">
        <dgm:presLayoutVars>
          <dgm:hierBranch val="init"/>
        </dgm:presLayoutVars>
      </dgm:prSet>
      <dgm:spPr/>
    </dgm:pt>
    <dgm:pt modelId="{D04D75FE-0FDD-485C-B721-FC24DCFC7678}" type="pres">
      <dgm:prSet presAssocID="{5E18485A-4361-4D44-950D-B5B1E40E6034}" presName="rootComposite1" presStyleCnt="0"/>
      <dgm:spPr/>
    </dgm:pt>
    <dgm:pt modelId="{422BA0E3-164A-4291-B314-6BE2C155E93D}" type="pres">
      <dgm:prSet presAssocID="{5E18485A-4361-4D44-950D-B5B1E40E6034}" presName="rootText1" presStyleLbl="node0" presStyleIdx="36" presStyleCnt="100">
        <dgm:presLayoutVars>
          <dgm:chPref val="3"/>
        </dgm:presLayoutVars>
      </dgm:prSet>
      <dgm:spPr/>
    </dgm:pt>
    <dgm:pt modelId="{62A24AF2-E938-4082-B41D-6D624CAFF993}" type="pres">
      <dgm:prSet presAssocID="{5E18485A-4361-4D44-950D-B5B1E40E6034}" presName="rootConnector1" presStyleLbl="node1" presStyleIdx="0" presStyleCnt="0"/>
      <dgm:spPr/>
    </dgm:pt>
    <dgm:pt modelId="{22494E63-BEB1-419C-B409-0D2DF936705E}" type="pres">
      <dgm:prSet presAssocID="{5E18485A-4361-4D44-950D-B5B1E40E6034}" presName="hierChild2" presStyleCnt="0"/>
      <dgm:spPr/>
    </dgm:pt>
    <dgm:pt modelId="{824EC684-CBB9-4A84-9843-B92CFD32EEAA}" type="pres">
      <dgm:prSet presAssocID="{5E18485A-4361-4D44-950D-B5B1E40E6034}" presName="hierChild3" presStyleCnt="0"/>
      <dgm:spPr/>
    </dgm:pt>
    <dgm:pt modelId="{A965BADD-FC94-40BD-823D-35438DD64BE0}" type="pres">
      <dgm:prSet presAssocID="{36E0EF89-7E6D-4150-95B8-8DAEFE89FB0F}" presName="hierRoot1" presStyleCnt="0">
        <dgm:presLayoutVars>
          <dgm:hierBranch val="init"/>
        </dgm:presLayoutVars>
      </dgm:prSet>
      <dgm:spPr/>
    </dgm:pt>
    <dgm:pt modelId="{BD3844B0-F010-4A27-A763-109DDEFF7494}" type="pres">
      <dgm:prSet presAssocID="{36E0EF89-7E6D-4150-95B8-8DAEFE89FB0F}" presName="rootComposite1" presStyleCnt="0"/>
      <dgm:spPr/>
    </dgm:pt>
    <dgm:pt modelId="{AE3B5DFE-99BB-4E9E-9A29-8A8607F10002}" type="pres">
      <dgm:prSet presAssocID="{36E0EF89-7E6D-4150-95B8-8DAEFE89FB0F}" presName="rootText1" presStyleLbl="node0" presStyleIdx="37" presStyleCnt="100">
        <dgm:presLayoutVars>
          <dgm:chPref val="3"/>
        </dgm:presLayoutVars>
      </dgm:prSet>
      <dgm:spPr/>
    </dgm:pt>
    <dgm:pt modelId="{85807973-D54F-435D-8AE4-9E87BB29DC1B}" type="pres">
      <dgm:prSet presAssocID="{36E0EF89-7E6D-4150-95B8-8DAEFE89FB0F}" presName="rootConnector1" presStyleLbl="node1" presStyleIdx="0" presStyleCnt="0"/>
      <dgm:spPr/>
    </dgm:pt>
    <dgm:pt modelId="{A6CEA2C3-1974-4540-A5F1-859371B96493}" type="pres">
      <dgm:prSet presAssocID="{36E0EF89-7E6D-4150-95B8-8DAEFE89FB0F}" presName="hierChild2" presStyleCnt="0"/>
      <dgm:spPr/>
    </dgm:pt>
    <dgm:pt modelId="{498F8A75-81BB-4700-BAC2-111F4A011EC3}" type="pres">
      <dgm:prSet presAssocID="{36E0EF89-7E6D-4150-95B8-8DAEFE89FB0F}" presName="hierChild3" presStyleCnt="0"/>
      <dgm:spPr/>
    </dgm:pt>
    <dgm:pt modelId="{9BCCD740-0E29-484B-AE6B-5F2E1D788794}" type="pres">
      <dgm:prSet presAssocID="{D4CF6DAE-D5B2-4671-B012-1705DF2F3960}" presName="hierRoot1" presStyleCnt="0">
        <dgm:presLayoutVars>
          <dgm:hierBranch val="init"/>
        </dgm:presLayoutVars>
      </dgm:prSet>
      <dgm:spPr/>
    </dgm:pt>
    <dgm:pt modelId="{10C109CD-9692-47F0-82B4-0543BCB628CD}" type="pres">
      <dgm:prSet presAssocID="{D4CF6DAE-D5B2-4671-B012-1705DF2F3960}" presName="rootComposite1" presStyleCnt="0"/>
      <dgm:spPr/>
    </dgm:pt>
    <dgm:pt modelId="{D6BB40A6-422E-4D40-BA07-12B046D8B900}" type="pres">
      <dgm:prSet presAssocID="{D4CF6DAE-D5B2-4671-B012-1705DF2F3960}" presName="rootText1" presStyleLbl="node0" presStyleIdx="38" presStyleCnt="100">
        <dgm:presLayoutVars>
          <dgm:chPref val="3"/>
        </dgm:presLayoutVars>
      </dgm:prSet>
      <dgm:spPr/>
    </dgm:pt>
    <dgm:pt modelId="{86AAA503-8DD8-45C5-9386-38A58ED2B162}" type="pres">
      <dgm:prSet presAssocID="{D4CF6DAE-D5B2-4671-B012-1705DF2F3960}" presName="rootConnector1" presStyleLbl="node1" presStyleIdx="0" presStyleCnt="0"/>
      <dgm:spPr/>
    </dgm:pt>
    <dgm:pt modelId="{0E7932AE-EFF4-4E26-BEA6-6B4C439C664B}" type="pres">
      <dgm:prSet presAssocID="{D4CF6DAE-D5B2-4671-B012-1705DF2F3960}" presName="hierChild2" presStyleCnt="0"/>
      <dgm:spPr/>
    </dgm:pt>
    <dgm:pt modelId="{E750848F-6847-4229-B63A-F183ACCDB29C}" type="pres">
      <dgm:prSet presAssocID="{D4CF6DAE-D5B2-4671-B012-1705DF2F3960}" presName="hierChild3" presStyleCnt="0"/>
      <dgm:spPr/>
    </dgm:pt>
    <dgm:pt modelId="{D87D5549-2E1D-46E7-9224-FED9D8D0BD04}" type="pres">
      <dgm:prSet presAssocID="{78635706-4C9B-456F-A7C7-2488D48CA2D1}" presName="hierRoot1" presStyleCnt="0">
        <dgm:presLayoutVars>
          <dgm:hierBranch val="init"/>
        </dgm:presLayoutVars>
      </dgm:prSet>
      <dgm:spPr/>
    </dgm:pt>
    <dgm:pt modelId="{EDEBA75C-C302-4E3E-B73C-B2D4B5ADF21C}" type="pres">
      <dgm:prSet presAssocID="{78635706-4C9B-456F-A7C7-2488D48CA2D1}" presName="rootComposite1" presStyleCnt="0"/>
      <dgm:spPr/>
    </dgm:pt>
    <dgm:pt modelId="{4F3C9B98-D8E3-4D5E-96C0-7C48777E6918}" type="pres">
      <dgm:prSet presAssocID="{78635706-4C9B-456F-A7C7-2488D48CA2D1}" presName="rootText1" presStyleLbl="node0" presStyleIdx="39" presStyleCnt="100">
        <dgm:presLayoutVars>
          <dgm:chPref val="3"/>
        </dgm:presLayoutVars>
      </dgm:prSet>
      <dgm:spPr/>
    </dgm:pt>
    <dgm:pt modelId="{4DE14FC3-201B-4F4C-B525-94BC3A40DD94}" type="pres">
      <dgm:prSet presAssocID="{78635706-4C9B-456F-A7C7-2488D48CA2D1}" presName="rootConnector1" presStyleLbl="node1" presStyleIdx="0" presStyleCnt="0"/>
      <dgm:spPr/>
    </dgm:pt>
    <dgm:pt modelId="{20799085-0E50-4EEC-ACF9-B86B94EA1FDA}" type="pres">
      <dgm:prSet presAssocID="{78635706-4C9B-456F-A7C7-2488D48CA2D1}" presName="hierChild2" presStyleCnt="0"/>
      <dgm:spPr/>
    </dgm:pt>
    <dgm:pt modelId="{84A8C2C4-9324-4AA4-841B-2D4364D8DA6E}" type="pres">
      <dgm:prSet presAssocID="{78635706-4C9B-456F-A7C7-2488D48CA2D1}" presName="hierChild3" presStyleCnt="0"/>
      <dgm:spPr/>
    </dgm:pt>
    <dgm:pt modelId="{CBBC5BAC-D802-4DA2-BF29-8C5385EDC601}" type="pres">
      <dgm:prSet presAssocID="{2ADC89E5-72B4-406B-A94B-0FEE30021D98}" presName="hierRoot1" presStyleCnt="0">
        <dgm:presLayoutVars>
          <dgm:hierBranch val="init"/>
        </dgm:presLayoutVars>
      </dgm:prSet>
      <dgm:spPr/>
    </dgm:pt>
    <dgm:pt modelId="{09B0B34C-0464-4003-9513-841C7DE5B1B3}" type="pres">
      <dgm:prSet presAssocID="{2ADC89E5-72B4-406B-A94B-0FEE30021D98}" presName="rootComposite1" presStyleCnt="0"/>
      <dgm:spPr/>
    </dgm:pt>
    <dgm:pt modelId="{86011DAC-0914-401D-9836-B35F79341D1D}" type="pres">
      <dgm:prSet presAssocID="{2ADC89E5-72B4-406B-A94B-0FEE30021D98}" presName="rootText1" presStyleLbl="node0" presStyleIdx="40" presStyleCnt="100">
        <dgm:presLayoutVars>
          <dgm:chPref val="3"/>
        </dgm:presLayoutVars>
      </dgm:prSet>
      <dgm:spPr/>
    </dgm:pt>
    <dgm:pt modelId="{DEC1F79D-5E81-4CFD-ADED-57CFE616AF7E}" type="pres">
      <dgm:prSet presAssocID="{2ADC89E5-72B4-406B-A94B-0FEE30021D98}" presName="rootConnector1" presStyleLbl="node1" presStyleIdx="0" presStyleCnt="0"/>
      <dgm:spPr/>
    </dgm:pt>
    <dgm:pt modelId="{E9EDDA8F-29CB-49F1-A86A-3B7B2967CD61}" type="pres">
      <dgm:prSet presAssocID="{2ADC89E5-72B4-406B-A94B-0FEE30021D98}" presName="hierChild2" presStyleCnt="0"/>
      <dgm:spPr/>
    </dgm:pt>
    <dgm:pt modelId="{3513649E-3D88-4D19-B4F6-9C4C291C0450}" type="pres">
      <dgm:prSet presAssocID="{2ADC89E5-72B4-406B-A94B-0FEE30021D98}" presName="hierChild3" presStyleCnt="0"/>
      <dgm:spPr/>
    </dgm:pt>
    <dgm:pt modelId="{0467EBAC-3183-45CB-B78C-13C277CC7840}" type="pres">
      <dgm:prSet presAssocID="{4BE04499-73B2-4105-AA24-A38099C60F63}" presName="hierRoot1" presStyleCnt="0">
        <dgm:presLayoutVars>
          <dgm:hierBranch val="init"/>
        </dgm:presLayoutVars>
      </dgm:prSet>
      <dgm:spPr/>
    </dgm:pt>
    <dgm:pt modelId="{47DECD02-4528-4071-BD12-096C425DE17E}" type="pres">
      <dgm:prSet presAssocID="{4BE04499-73B2-4105-AA24-A38099C60F63}" presName="rootComposite1" presStyleCnt="0"/>
      <dgm:spPr/>
    </dgm:pt>
    <dgm:pt modelId="{893850D5-FB02-44CC-A33F-C3B3822B0535}" type="pres">
      <dgm:prSet presAssocID="{4BE04499-73B2-4105-AA24-A38099C60F63}" presName="rootText1" presStyleLbl="node0" presStyleIdx="41" presStyleCnt="100">
        <dgm:presLayoutVars>
          <dgm:chPref val="3"/>
        </dgm:presLayoutVars>
      </dgm:prSet>
      <dgm:spPr/>
    </dgm:pt>
    <dgm:pt modelId="{36554A1A-088A-422E-845A-FDB782BF635B}" type="pres">
      <dgm:prSet presAssocID="{4BE04499-73B2-4105-AA24-A38099C60F63}" presName="rootConnector1" presStyleLbl="node1" presStyleIdx="0" presStyleCnt="0"/>
      <dgm:spPr/>
    </dgm:pt>
    <dgm:pt modelId="{DD2EE65C-C531-49FB-B657-E56A4E2BAAAA}" type="pres">
      <dgm:prSet presAssocID="{4BE04499-73B2-4105-AA24-A38099C60F63}" presName="hierChild2" presStyleCnt="0"/>
      <dgm:spPr/>
    </dgm:pt>
    <dgm:pt modelId="{E8AABC4D-E11D-4837-B6F3-6AE22E990319}" type="pres">
      <dgm:prSet presAssocID="{4BE04499-73B2-4105-AA24-A38099C60F63}" presName="hierChild3" presStyleCnt="0"/>
      <dgm:spPr/>
    </dgm:pt>
    <dgm:pt modelId="{A8C87F58-7A9B-4C9B-B009-C47EA2CF47C9}" type="pres">
      <dgm:prSet presAssocID="{C6240ADF-D079-4564-9577-78CD19E7D1F6}" presName="hierRoot1" presStyleCnt="0">
        <dgm:presLayoutVars>
          <dgm:hierBranch val="init"/>
        </dgm:presLayoutVars>
      </dgm:prSet>
      <dgm:spPr/>
    </dgm:pt>
    <dgm:pt modelId="{BCF894A2-DA6D-4D85-922E-7A7874834D05}" type="pres">
      <dgm:prSet presAssocID="{C6240ADF-D079-4564-9577-78CD19E7D1F6}" presName="rootComposite1" presStyleCnt="0"/>
      <dgm:spPr/>
    </dgm:pt>
    <dgm:pt modelId="{F878E779-8F9E-4D66-8043-FB9AD377CC59}" type="pres">
      <dgm:prSet presAssocID="{C6240ADF-D079-4564-9577-78CD19E7D1F6}" presName="rootText1" presStyleLbl="node0" presStyleIdx="42" presStyleCnt="100">
        <dgm:presLayoutVars>
          <dgm:chPref val="3"/>
        </dgm:presLayoutVars>
      </dgm:prSet>
      <dgm:spPr/>
    </dgm:pt>
    <dgm:pt modelId="{59446861-DAD7-4812-A723-0AEA19FB6C72}" type="pres">
      <dgm:prSet presAssocID="{C6240ADF-D079-4564-9577-78CD19E7D1F6}" presName="rootConnector1" presStyleLbl="node1" presStyleIdx="0" presStyleCnt="0"/>
      <dgm:spPr/>
    </dgm:pt>
    <dgm:pt modelId="{FF5ADBF6-B162-4D84-8447-B2157144658D}" type="pres">
      <dgm:prSet presAssocID="{C6240ADF-D079-4564-9577-78CD19E7D1F6}" presName="hierChild2" presStyleCnt="0"/>
      <dgm:spPr/>
    </dgm:pt>
    <dgm:pt modelId="{C9E77422-F0C2-4A3F-AC95-A0A8DB88C49F}" type="pres">
      <dgm:prSet presAssocID="{C6240ADF-D079-4564-9577-78CD19E7D1F6}" presName="hierChild3" presStyleCnt="0"/>
      <dgm:spPr/>
    </dgm:pt>
    <dgm:pt modelId="{F52CE586-B662-4031-828B-1FE4C6672C7E}" type="pres">
      <dgm:prSet presAssocID="{614944AB-28D4-416D-8470-B031EFDAF6BD}" presName="hierRoot1" presStyleCnt="0">
        <dgm:presLayoutVars>
          <dgm:hierBranch val="init"/>
        </dgm:presLayoutVars>
      </dgm:prSet>
      <dgm:spPr/>
    </dgm:pt>
    <dgm:pt modelId="{6D420EEE-AFFA-4ACB-B66A-BDB024298DDC}" type="pres">
      <dgm:prSet presAssocID="{614944AB-28D4-416D-8470-B031EFDAF6BD}" presName="rootComposite1" presStyleCnt="0"/>
      <dgm:spPr/>
    </dgm:pt>
    <dgm:pt modelId="{047FA78C-C9BD-43CF-B06A-1CDCE440CD57}" type="pres">
      <dgm:prSet presAssocID="{614944AB-28D4-416D-8470-B031EFDAF6BD}" presName="rootText1" presStyleLbl="node0" presStyleIdx="43" presStyleCnt="100">
        <dgm:presLayoutVars>
          <dgm:chPref val="3"/>
        </dgm:presLayoutVars>
      </dgm:prSet>
      <dgm:spPr/>
    </dgm:pt>
    <dgm:pt modelId="{4862A205-5FBD-4EE3-9809-FFC4ABAE82D1}" type="pres">
      <dgm:prSet presAssocID="{614944AB-28D4-416D-8470-B031EFDAF6BD}" presName="rootConnector1" presStyleLbl="node1" presStyleIdx="0" presStyleCnt="0"/>
      <dgm:spPr/>
    </dgm:pt>
    <dgm:pt modelId="{6A3B7112-1FC2-441A-BD2E-C02D6AB93298}" type="pres">
      <dgm:prSet presAssocID="{614944AB-28D4-416D-8470-B031EFDAF6BD}" presName="hierChild2" presStyleCnt="0"/>
      <dgm:spPr/>
    </dgm:pt>
    <dgm:pt modelId="{96A80AFD-A5D6-473D-84DF-CEABE4BF7864}" type="pres">
      <dgm:prSet presAssocID="{614944AB-28D4-416D-8470-B031EFDAF6BD}" presName="hierChild3" presStyleCnt="0"/>
      <dgm:spPr/>
    </dgm:pt>
    <dgm:pt modelId="{8852931D-9DED-41D8-9B65-88070E65F36D}" type="pres">
      <dgm:prSet presAssocID="{B035D277-A128-49E8-914F-4230FE21264E}" presName="hierRoot1" presStyleCnt="0">
        <dgm:presLayoutVars>
          <dgm:hierBranch val="init"/>
        </dgm:presLayoutVars>
      </dgm:prSet>
      <dgm:spPr/>
    </dgm:pt>
    <dgm:pt modelId="{DBCAD269-B437-40DF-A69A-265F20B4B96B}" type="pres">
      <dgm:prSet presAssocID="{B035D277-A128-49E8-914F-4230FE21264E}" presName="rootComposite1" presStyleCnt="0"/>
      <dgm:spPr/>
    </dgm:pt>
    <dgm:pt modelId="{FFC48732-C014-4892-A98F-19E1C2B90154}" type="pres">
      <dgm:prSet presAssocID="{B035D277-A128-49E8-914F-4230FE21264E}" presName="rootText1" presStyleLbl="node0" presStyleIdx="44" presStyleCnt="100">
        <dgm:presLayoutVars>
          <dgm:chPref val="3"/>
        </dgm:presLayoutVars>
      </dgm:prSet>
      <dgm:spPr/>
    </dgm:pt>
    <dgm:pt modelId="{20F70C26-BB36-40AC-9E54-88E7E96886D4}" type="pres">
      <dgm:prSet presAssocID="{B035D277-A128-49E8-914F-4230FE21264E}" presName="rootConnector1" presStyleLbl="node1" presStyleIdx="0" presStyleCnt="0"/>
      <dgm:spPr/>
    </dgm:pt>
    <dgm:pt modelId="{6092C5FA-5580-4912-848A-FB429B907F55}" type="pres">
      <dgm:prSet presAssocID="{B035D277-A128-49E8-914F-4230FE21264E}" presName="hierChild2" presStyleCnt="0"/>
      <dgm:spPr/>
    </dgm:pt>
    <dgm:pt modelId="{12BE69CE-7ACF-46E1-9B07-069E37770E45}" type="pres">
      <dgm:prSet presAssocID="{B035D277-A128-49E8-914F-4230FE21264E}" presName="hierChild3" presStyleCnt="0"/>
      <dgm:spPr/>
    </dgm:pt>
    <dgm:pt modelId="{16704A45-F6A1-483B-961A-5A3D5B5E051F}" type="pres">
      <dgm:prSet presAssocID="{67C4C7A1-A6BC-4644-9593-B58CA2A383E4}" presName="hierRoot1" presStyleCnt="0">
        <dgm:presLayoutVars>
          <dgm:hierBranch val="init"/>
        </dgm:presLayoutVars>
      </dgm:prSet>
      <dgm:spPr/>
    </dgm:pt>
    <dgm:pt modelId="{5D1AE5A1-8AD1-483B-829C-1801564A4F4F}" type="pres">
      <dgm:prSet presAssocID="{67C4C7A1-A6BC-4644-9593-B58CA2A383E4}" presName="rootComposite1" presStyleCnt="0"/>
      <dgm:spPr/>
    </dgm:pt>
    <dgm:pt modelId="{E17DD8B7-93BF-4AAD-AA05-511772A24446}" type="pres">
      <dgm:prSet presAssocID="{67C4C7A1-A6BC-4644-9593-B58CA2A383E4}" presName="rootText1" presStyleLbl="node0" presStyleIdx="45" presStyleCnt="100">
        <dgm:presLayoutVars>
          <dgm:chPref val="3"/>
        </dgm:presLayoutVars>
      </dgm:prSet>
      <dgm:spPr/>
    </dgm:pt>
    <dgm:pt modelId="{4D46197B-BE58-4890-B986-0A6887644326}" type="pres">
      <dgm:prSet presAssocID="{67C4C7A1-A6BC-4644-9593-B58CA2A383E4}" presName="rootConnector1" presStyleLbl="node1" presStyleIdx="0" presStyleCnt="0"/>
      <dgm:spPr/>
    </dgm:pt>
    <dgm:pt modelId="{86817608-DDBD-43B9-8F49-BB1418AD9875}" type="pres">
      <dgm:prSet presAssocID="{67C4C7A1-A6BC-4644-9593-B58CA2A383E4}" presName="hierChild2" presStyleCnt="0"/>
      <dgm:spPr/>
    </dgm:pt>
    <dgm:pt modelId="{040502A8-1A1A-4F2E-AB3C-6AE024A50FD1}" type="pres">
      <dgm:prSet presAssocID="{67C4C7A1-A6BC-4644-9593-B58CA2A383E4}" presName="hierChild3" presStyleCnt="0"/>
      <dgm:spPr/>
    </dgm:pt>
    <dgm:pt modelId="{AD278B07-D430-4ADE-94C9-F5F980B89648}" type="pres">
      <dgm:prSet presAssocID="{E5AC692F-69E3-4703-9B0F-460F66DF79E8}" presName="hierRoot1" presStyleCnt="0">
        <dgm:presLayoutVars>
          <dgm:hierBranch val="init"/>
        </dgm:presLayoutVars>
      </dgm:prSet>
      <dgm:spPr/>
    </dgm:pt>
    <dgm:pt modelId="{83DB2F80-8A20-458D-9C2C-E755BFF4C36B}" type="pres">
      <dgm:prSet presAssocID="{E5AC692F-69E3-4703-9B0F-460F66DF79E8}" presName="rootComposite1" presStyleCnt="0"/>
      <dgm:spPr/>
    </dgm:pt>
    <dgm:pt modelId="{2B178C68-1558-49BA-8BE0-725302BA4E9F}" type="pres">
      <dgm:prSet presAssocID="{E5AC692F-69E3-4703-9B0F-460F66DF79E8}" presName="rootText1" presStyleLbl="node0" presStyleIdx="46" presStyleCnt="100">
        <dgm:presLayoutVars>
          <dgm:chPref val="3"/>
        </dgm:presLayoutVars>
      </dgm:prSet>
      <dgm:spPr/>
    </dgm:pt>
    <dgm:pt modelId="{98959994-E75E-4BA1-9E16-BC60ED007D88}" type="pres">
      <dgm:prSet presAssocID="{E5AC692F-69E3-4703-9B0F-460F66DF79E8}" presName="rootConnector1" presStyleLbl="node1" presStyleIdx="0" presStyleCnt="0"/>
      <dgm:spPr/>
    </dgm:pt>
    <dgm:pt modelId="{CB2E37BE-10E1-4E5A-8587-F7BAA2FACBD7}" type="pres">
      <dgm:prSet presAssocID="{E5AC692F-69E3-4703-9B0F-460F66DF79E8}" presName="hierChild2" presStyleCnt="0"/>
      <dgm:spPr/>
    </dgm:pt>
    <dgm:pt modelId="{34F03980-161E-43E0-83FB-63A582E30BEF}" type="pres">
      <dgm:prSet presAssocID="{E5AC692F-69E3-4703-9B0F-460F66DF79E8}" presName="hierChild3" presStyleCnt="0"/>
      <dgm:spPr/>
    </dgm:pt>
    <dgm:pt modelId="{1D35F626-7052-4B4F-A0C8-6823C599524F}" type="pres">
      <dgm:prSet presAssocID="{48FBC2F5-1F9A-476F-B680-029F4815E07C}" presName="hierRoot1" presStyleCnt="0">
        <dgm:presLayoutVars>
          <dgm:hierBranch val="init"/>
        </dgm:presLayoutVars>
      </dgm:prSet>
      <dgm:spPr/>
    </dgm:pt>
    <dgm:pt modelId="{6B812EE5-3A7B-4DB2-BC3D-F09593F0E9A6}" type="pres">
      <dgm:prSet presAssocID="{48FBC2F5-1F9A-476F-B680-029F4815E07C}" presName="rootComposite1" presStyleCnt="0"/>
      <dgm:spPr/>
    </dgm:pt>
    <dgm:pt modelId="{8EAE61DA-161D-42A1-9724-28E6D742AE19}" type="pres">
      <dgm:prSet presAssocID="{48FBC2F5-1F9A-476F-B680-029F4815E07C}" presName="rootText1" presStyleLbl="node0" presStyleIdx="47" presStyleCnt="100">
        <dgm:presLayoutVars>
          <dgm:chPref val="3"/>
        </dgm:presLayoutVars>
      </dgm:prSet>
      <dgm:spPr/>
    </dgm:pt>
    <dgm:pt modelId="{5A05CB89-FFEA-4939-9777-6B641527A5DB}" type="pres">
      <dgm:prSet presAssocID="{48FBC2F5-1F9A-476F-B680-029F4815E07C}" presName="rootConnector1" presStyleLbl="node1" presStyleIdx="0" presStyleCnt="0"/>
      <dgm:spPr/>
    </dgm:pt>
    <dgm:pt modelId="{55C7B85A-89DD-4622-8794-99AF5715487A}" type="pres">
      <dgm:prSet presAssocID="{48FBC2F5-1F9A-476F-B680-029F4815E07C}" presName="hierChild2" presStyleCnt="0"/>
      <dgm:spPr/>
    </dgm:pt>
    <dgm:pt modelId="{5E6F30EE-3CCF-4043-BAA9-51814E224DC8}" type="pres">
      <dgm:prSet presAssocID="{48FBC2F5-1F9A-476F-B680-029F4815E07C}" presName="hierChild3" presStyleCnt="0"/>
      <dgm:spPr/>
    </dgm:pt>
    <dgm:pt modelId="{1A1BBFBF-842B-4F4D-BF40-23E8AB6B03DD}" type="pres">
      <dgm:prSet presAssocID="{66BB8724-ABC8-47C5-B597-7869CFC6B992}" presName="hierRoot1" presStyleCnt="0">
        <dgm:presLayoutVars>
          <dgm:hierBranch val="init"/>
        </dgm:presLayoutVars>
      </dgm:prSet>
      <dgm:spPr/>
    </dgm:pt>
    <dgm:pt modelId="{638ED728-8C78-432E-9DB8-C0FAD5661CB4}" type="pres">
      <dgm:prSet presAssocID="{66BB8724-ABC8-47C5-B597-7869CFC6B992}" presName="rootComposite1" presStyleCnt="0"/>
      <dgm:spPr/>
    </dgm:pt>
    <dgm:pt modelId="{6E259986-8F5D-42F3-806F-B68ABFB3CBC9}" type="pres">
      <dgm:prSet presAssocID="{66BB8724-ABC8-47C5-B597-7869CFC6B992}" presName="rootText1" presStyleLbl="node0" presStyleIdx="48" presStyleCnt="100">
        <dgm:presLayoutVars>
          <dgm:chPref val="3"/>
        </dgm:presLayoutVars>
      </dgm:prSet>
      <dgm:spPr/>
    </dgm:pt>
    <dgm:pt modelId="{2C9A0E68-76CC-43F5-9C26-2EE3CCDCEBAD}" type="pres">
      <dgm:prSet presAssocID="{66BB8724-ABC8-47C5-B597-7869CFC6B992}" presName="rootConnector1" presStyleLbl="node1" presStyleIdx="0" presStyleCnt="0"/>
      <dgm:spPr/>
    </dgm:pt>
    <dgm:pt modelId="{3D2D87B8-1C0F-42C2-A44B-A5376EEE832C}" type="pres">
      <dgm:prSet presAssocID="{66BB8724-ABC8-47C5-B597-7869CFC6B992}" presName="hierChild2" presStyleCnt="0"/>
      <dgm:spPr/>
    </dgm:pt>
    <dgm:pt modelId="{2139E4D6-941B-42AA-B5CC-DAB4DDC62B28}" type="pres">
      <dgm:prSet presAssocID="{66BB8724-ABC8-47C5-B597-7869CFC6B992}" presName="hierChild3" presStyleCnt="0"/>
      <dgm:spPr/>
    </dgm:pt>
    <dgm:pt modelId="{9A8B22A3-0294-4C7D-8BC2-2D02AB1639FB}" type="pres">
      <dgm:prSet presAssocID="{59DA5C68-FA85-4326-88F9-AE3E8F12D55A}" presName="hierRoot1" presStyleCnt="0">
        <dgm:presLayoutVars>
          <dgm:hierBranch val="init"/>
        </dgm:presLayoutVars>
      </dgm:prSet>
      <dgm:spPr/>
    </dgm:pt>
    <dgm:pt modelId="{8DB53871-6F5B-47DA-A90B-552416440395}" type="pres">
      <dgm:prSet presAssocID="{59DA5C68-FA85-4326-88F9-AE3E8F12D55A}" presName="rootComposite1" presStyleCnt="0"/>
      <dgm:spPr/>
    </dgm:pt>
    <dgm:pt modelId="{09CE2222-53D1-4D15-A953-DE4EE70E0BA1}" type="pres">
      <dgm:prSet presAssocID="{59DA5C68-FA85-4326-88F9-AE3E8F12D55A}" presName="rootText1" presStyleLbl="node0" presStyleIdx="49" presStyleCnt="100">
        <dgm:presLayoutVars>
          <dgm:chPref val="3"/>
        </dgm:presLayoutVars>
      </dgm:prSet>
      <dgm:spPr/>
    </dgm:pt>
    <dgm:pt modelId="{8AC874E3-D6BD-4BFB-99DF-B5F8ED7D1C4A}" type="pres">
      <dgm:prSet presAssocID="{59DA5C68-FA85-4326-88F9-AE3E8F12D55A}" presName="rootConnector1" presStyleLbl="node1" presStyleIdx="0" presStyleCnt="0"/>
      <dgm:spPr/>
    </dgm:pt>
    <dgm:pt modelId="{4E8DA908-47D1-4091-A9B3-1C5C01909FB9}" type="pres">
      <dgm:prSet presAssocID="{59DA5C68-FA85-4326-88F9-AE3E8F12D55A}" presName="hierChild2" presStyleCnt="0"/>
      <dgm:spPr/>
    </dgm:pt>
    <dgm:pt modelId="{810A5F21-9B45-414C-AC82-DD7E0A16372D}" type="pres">
      <dgm:prSet presAssocID="{59DA5C68-FA85-4326-88F9-AE3E8F12D55A}" presName="hierChild3" presStyleCnt="0"/>
      <dgm:spPr/>
    </dgm:pt>
    <dgm:pt modelId="{82498D74-D519-45AD-8A18-ADF6E6D6CF00}" type="pres">
      <dgm:prSet presAssocID="{B96B8FD3-D303-4C8E-9BFC-CC0DE5BBF94C}" presName="hierRoot1" presStyleCnt="0">
        <dgm:presLayoutVars>
          <dgm:hierBranch val="init"/>
        </dgm:presLayoutVars>
      </dgm:prSet>
      <dgm:spPr/>
    </dgm:pt>
    <dgm:pt modelId="{DD7AE91E-0765-47C3-813F-6F86B8D3C7AA}" type="pres">
      <dgm:prSet presAssocID="{B96B8FD3-D303-4C8E-9BFC-CC0DE5BBF94C}" presName="rootComposite1" presStyleCnt="0"/>
      <dgm:spPr/>
    </dgm:pt>
    <dgm:pt modelId="{8ACD6482-D2F6-4205-A3F6-0B7269111DD1}" type="pres">
      <dgm:prSet presAssocID="{B96B8FD3-D303-4C8E-9BFC-CC0DE5BBF94C}" presName="rootText1" presStyleLbl="node0" presStyleIdx="50" presStyleCnt="100">
        <dgm:presLayoutVars>
          <dgm:chPref val="3"/>
        </dgm:presLayoutVars>
      </dgm:prSet>
      <dgm:spPr/>
    </dgm:pt>
    <dgm:pt modelId="{ED146B56-CD06-4E05-8E02-FBA6AF935157}" type="pres">
      <dgm:prSet presAssocID="{B96B8FD3-D303-4C8E-9BFC-CC0DE5BBF94C}" presName="rootConnector1" presStyleLbl="node1" presStyleIdx="0" presStyleCnt="0"/>
      <dgm:spPr/>
    </dgm:pt>
    <dgm:pt modelId="{057F6055-4722-4EC6-BFAD-5A80ADD1BFE4}" type="pres">
      <dgm:prSet presAssocID="{B96B8FD3-D303-4C8E-9BFC-CC0DE5BBF94C}" presName="hierChild2" presStyleCnt="0"/>
      <dgm:spPr/>
    </dgm:pt>
    <dgm:pt modelId="{6B1C56CE-5B32-4E14-A969-A320F1A0E2BA}" type="pres">
      <dgm:prSet presAssocID="{B96B8FD3-D303-4C8E-9BFC-CC0DE5BBF94C}" presName="hierChild3" presStyleCnt="0"/>
      <dgm:spPr/>
    </dgm:pt>
    <dgm:pt modelId="{063B495E-6C27-45B0-8CA2-D40804053B5B}" type="pres">
      <dgm:prSet presAssocID="{372ECD0E-8318-41D8-AC27-99AD6E57E8B9}" presName="hierRoot1" presStyleCnt="0">
        <dgm:presLayoutVars>
          <dgm:hierBranch val="init"/>
        </dgm:presLayoutVars>
      </dgm:prSet>
      <dgm:spPr/>
    </dgm:pt>
    <dgm:pt modelId="{B33BADB2-E192-4280-ABB6-FAA4F4519C8D}" type="pres">
      <dgm:prSet presAssocID="{372ECD0E-8318-41D8-AC27-99AD6E57E8B9}" presName="rootComposite1" presStyleCnt="0"/>
      <dgm:spPr/>
    </dgm:pt>
    <dgm:pt modelId="{7A3B8526-8FB0-4917-98F8-41E17290D164}" type="pres">
      <dgm:prSet presAssocID="{372ECD0E-8318-41D8-AC27-99AD6E57E8B9}" presName="rootText1" presStyleLbl="node0" presStyleIdx="51" presStyleCnt="100">
        <dgm:presLayoutVars>
          <dgm:chPref val="3"/>
        </dgm:presLayoutVars>
      </dgm:prSet>
      <dgm:spPr/>
    </dgm:pt>
    <dgm:pt modelId="{E52740DC-BEF3-4AFD-A0C5-8529212F22DF}" type="pres">
      <dgm:prSet presAssocID="{372ECD0E-8318-41D8-AC27-99AD6E57E8B9}" presName="rootConnector1" presStyleLbl="node1" presStyleIdx="0" presStyleCnt="0"/>
      <dgm:spPr/>
    </dgm:pt>
    <dgm:pt modelId="{4C96E957-AF48-4E8D-8169-515F65C565BE}" type="pres">
      <dgm:prSet presAssocID="{372ECD0E-8318-41D8-AC27-99AD6E57E8B9}" presName="hierChild2" presStyleCnt="0"/>
      <dgm:spPr/>
    </dgm:pt>
    <dgm:pt modelId="{21B85161-EACA-47F2-A980-658CC9ACB058}" type="pres">
      <dgm:prSet presAssocID="{372ECD0E-8318-41D8-AC27-99AD6E57E8B9}" presName="hierChild3" presStyleCnt="0"/>
      <dgm:spPr/>
    </dgm:pt>
    <dgm:pt modelId="{585B6434-6624-4392-909B-423D0BC1D87E}" type="pres">
      <dgm:prSet presAssocID="{4D735574-5221-4D1C-9394-13AB17A1FF5F}" presName="hierRoot1" presStyleCnt="0">
        <dgm:presLayoutVars>
          <dgm:hierBranch val="init"/>
        </dgm:presLayoutVars>
      </dgm:prSet>
      <dgm:spPr/>
    </dgm:pt>
    <dgm:pt modelId="{BE743542-C601-4FCB-9010-A0CC6EBA9B93}" type="pres">
      <dgm:prSet presAssocID="{4D735574-5221-4D1C-9394-13AB17A1FF5F}" presName="rootComposite1" presStyleCnt="0"/>
      <dgm:spPr/>
    </dgm:pt>
    <dgm:pt modelId="{EF63522C-2B79-4866-B9F4-556DFABB714F}" type="pres">
      <dgm:prSet presAssocID="{4D735574-5221-4D1C-9394-13AB17A1FF5F}" presName="rootText1" presStyleLbl="node0" presStyleIdx="52" presStyleCnt="100">
        <dgm:presLayoutVars>
          <dgm:chPref val="3"/>
        </dgm:presLayoutVars>
      </dgm:prSet>
      <dgm:spPr/>
    </dgm:pt>
    <dgm:pt modelId="{0FE23D44-1609-4A47-B8E3-B1C6E4A05BEB}" type="pres">
      <dgm:prSet presAssocID="{4D735574-5221-4D1C-9394-13AB17A1FF5F}" presName="rootConnector1" presStyleLbl="node1" presStyleIdx="0" presStyleCnt="0"/>
      <dgm:spPr/>
    </dgm:pt>
    <dgm:pt modelId="{CDB53075-D0AC-4AB6-ACCF-E62BCF79BBBC}" type="pres">
      <dgm:prSet presAssocID="{4D735574-5221-4D1C-9394-13AB17A1FF5F}" presName="hierChild2" presStyleCnt="0"/>
      <dgm:spPr/>
    </dgm:pt>
    <dgm:pt modelId="{3953A1EB-0267-4114-AB06-0EE27F8EB7AF}" type="pres">
      <dgm:prSet presAssocID="{4D735574-5221-4D1C-9394-13AB17A1FF5F}" presName="hierChild3" presStyleCnt="0"/>
      <dgm:spPr/>
    </dgm:pt>
    <dgm:pt modelId="{BEAD0348-5FA1-43E2-9F62-9A104B0075DD}" type="pres">
      <dgm:prSet presAssocID="{495FC6F6-DC95-4BC2-A13F-9AE87ECD3010}" presName="hierRoot1" presStyleCnt="0">
        <dgm:presLayoutVars>
          <dgm:hierBranch val="init"/>
        </dgm:presLayoutVars>
      </dgm:prSet>
      <dgm:spPr/>
    </dgm:pt>
    <dgm:pt modelId="{7B0C59C8-1B48-4907-AFA3-737C06E58243}" type="pres">
      <dgm:prSet presAssocID="{495FC6F6-DC95-4BC2-A13F-9AE87ECD3010}" presName="rootComposite1" presStyleCnt="0"/>
      <dgm:spPr/>
    </dgm:pt>
    <dgm:pt modelId="{18524633-0B80-4992-B57A-420828588247}" type="pres">
      <dgm:prSet presAssocID="{495FC6F6-DC95-4BC2-A13F-9AE87ECD3010}" presName="rootText1" presStyleLbl="node0" presStyleIdx="53" presStyleCnt="100">
        <dgm:presLayoutVars>
          <dgm:chPref val="3"/>
        </dgm:presLayoutVars>
      </dgm:prSet>
      <dgm:spPr/>
    </dgm:pt>
    <dgm:pt modelId="{A4B1FDDB-8388-4EC3-8383-1A1276099AF3}" type="pres">
      <dgm:prSet presAssocID="{495FC6F6-DC95-4BC2-A13F-9AE87ECD3010}" presName="rootConnector1" presStyleLbl="node1" presStyleIdx="0" presStyleCnt="0"/>
      <dgm:spPr/>
    </dgm:pt>
    <dgm:pt modelId="{EF2293B8-65BD-4566-B4E2-2114ACF6DA8C}" type="pres">
      <dgm:prSet presAssocID="{495FC6F6-DC95-4BC2-A13F-9AE87ECD3010}" presName="hierChild2" presStyleCnt="0"/>
      <dgm:spPr/>
    </dgm:pt>
    <dgm:pt modelId="{8681D201-99C0-4336-9814-D1A8DBA3B6F8}" type="pres">
      <dgm:prSet presAssocID="{495FC6F6-DC95-4BC2-A13F-9AE87ECD3010}" presName="hierChild3" presStyleCnt="0"/>
      <dgm:spPr/>
    </dgm:pt>
    <dgm:pt modelId="{37A4E194-A07D-4F4B-A768-AA6F6D654C3D}" type="pres">
      <dgm:prSet presAssocID="{3361C825-E735-4EFF-9B6F-9B5D56C795E0}" presName="hierRoot1" presStyleCnt="0">
        <dgm:presLayoutVars>
          <dgm:hierBranch val="init"/>
        </dgm:presLayoutVars>
      </dgm:prSet>
      <dgm:spPr/>
    </dgm:pt>
    <dgm:pt modelId="{24CECD3F-A74F-4029-A388-DC66B79DB058}" type="pres">
      <dgm:prSet presAssocID="{3361C825-E735-4EFF-9B6F-9B5D56C795E0}" presName="rootComposite1" presStyleCnt="0"/>
      <dgm:spPr/>
    </dgm:pt>
    <dgm:pt modelId="{4D7AD4DF-E154-4462-967E-A18F47C6CA39}" type="pres">
      <dgm:prSet presAssocID="{3361C825-E735-4EFF-9B6F-9B5D56C795E0}" presName="rootText1" presStyleLbl="node0" presStyleIdx="54" presStyleCnt="100">
        <dgm:presLayoutVars>
          <dgm:chPref val="3"/>
        </dgm:presLayoutVars>
      </dgm:prSet>
      <dgm:spPr/>
    </dgm:pt>
    <dgm:pt modelId="{7009F566-891A-4109-8F06-C2E9E8B71C4D}" type="pres">
      <dgm:prSet presAssocID="{3361C825-E735-4EFF-9B6F-9B5D56C795E0}" presName="rootConnector1" presStyleLbl="node1" presStyleIdx="0" presStyleCnt="0"/>
      <dgm:spPr/>
    </dgm:pt>
    <dgm:pt modelId="{98A1EA7F-9881-4CF6-B039-760ADA5232C7}" type="pres">
      <dgm:prSet presAssocID="{3361C825-E735-4EFF-9B6F-9B5D56C795E0}" presName="hierChild2" presStyleCnt="0"/>
      <dgm:spPr/>
    </dgm:pt>
    <dgm:pt modelId="{70F0AA05-AD53-49D2-95F1-0036ADB8FBB6}" type="pres">
      <dgm:prSet presAssocID="{3361C825-E735-4EFF-9B6F-9B5D56C795E0}" presName="hierChild3" presStyleCnt="0"/>
      <dgm:spPr/>
    </dgm:pt>
    <dgm:pt modelId="{4C18CF88-1A09-45CB-9654-A452E111F868}" type="pres">
      <dgm:prSet presAssocID="{C78CC192-2B96-46E9-87AF-2EE549E270D3}" presName="hierRoot1" presStyleCnt="0">
        <dgm:presLayoutVars>
          <dgm:hierBranch val="init"/>
        </dgm:presLayoutVars>
      </dgm:prSet>
      <dgm:spPr/>
    </dgm:pt>
    <dgm:pt modelId="{92C687FE-469D-4BB9-90A1-E475FBEB84C4}" type="pres">
      <dgm:prSet presAssocID="{C78CC192-2B96-46E9-87AF-2EE549E270D3}" presName="rootComposite1" presStyleCnt="0"/>
      <dgm:spPr/>
    </dgm:pt>
    <dgm:pt modelId="{B5E98043-958A-4819-BBF2-BA7317E44887}" type="pres">
      <dgm:prSet presAssocID="{C78CC192-2B96-46E9-87AF-2EE549E270D3}" presName="rootText1" presStyleLbl="node0" presStyleIdx="55" presStyleCnt="100">
        <dgm:presLayoutVars>
          <dgm:chPref val="3"/>
        </dgm:presLayoutVars>
      </dgm:prSet>
      <dgm:spPr/>
    </dgm:pt>
    <dgm:pt modelId="{3B25982E-E310-4B8B-9177-DD69E463BA71}" type="pres">
      <dgm:prSet presAssocID="{C78CC192-2B96-46E9-87AF-2EE549E270D3}" presName="rootConnector1" presStyleLbl="node1" presStyleIdx="0" presStyleCnt="0"/>
      <dgm:spPr/>
    </dgm:pt>
    <dgm:pt modelId="{D0AD3938-B44C-49D6-A169-1DF721CE59F0}" type="pres">
      <dgm:prSet presAssocID="{C78CC192-2B96-46E9-87AF-2EE549E270D3}" presName="hierChild2" presStyleCnt="0"/>
      <dgm:spPr/>
    </dgm:pt>
    <dgm:pt modelId="{25C8CF89-EA34-41E0-8AD9-6DA6FB1A8B7D}" type="pres">
      <dgm:prSet presAssocID="{C78CC192-2B96-46E9-87AF-2EE549E270D3}" presName="hierChild3" presStyleCnt="0"/>
      <dgm:spPr/>
    </dgm:pt>
    <dgm:pt modelId="{920F8C44-DD7B-4F4C-81BE-810CC909F978}" type="pres">
      <dgm:prSet presAssocID="{66DB4CE2-CE61-4F1F-827E-EA7B7360FD7F}" presName="hierRoot1" presStyleCnt="0">
        <dgm:presLayoutVars>
          <dgm:hierBranch val="init"/>
        </dgm:presLayoutVars>
      </dgm:prSet>
      <dgm:spPr/>
    </dgm:pt>
    <dgm:pt modelId="{AA88ABA3-2CAA-4ADC-A108-3F8876BDA162}" type="pres">
      <dgm:prSet presAssocID="{66DB4CE2-CE61-4F1F-827E-EA7B7360FD7F}" presName="rootComposite1" presStyleCnt="0"/>
      <dgm:spPr/>
    </dgm:pt>
    <dgm:pt modelId="{61FA4898-EC9B-414E-BCE9-EA4245D95212}" type="pres">
      <dgm:prSet presAssocID="{66DB4CE2-CE61-4F1F-827E-EA7B7360FD7F}" presName="rootText1" presStyleLbl="node0" presStyleIdx="56" presStyleCnt="100">
        <dgm:presLayoutVars>
          <dgm:chPref val="3"/>
        </dgm:presLayoutVars>
      </dgm:prSet>
      <dgm:spPr/>
    </dgm:pt>
    <dgm:pt modelId="{176D09CC-4033-499A-8307-7D52AF188E85}" type="pres">
      <dgm:prSet presAssocID="{66DB4CE2-CE61-4F1F-827E-EA7B7360FD7F}" presName="rootConnector1" presStyleLbl="node1" presStyleIdx="0" presStyleCnt="0"/>
      <dgm:spPr/>
    </dgm:pt>
    <dgm:pt modelId="{147B448E-1721-472A-8DD4-941451EF7702}" type="pres">
      <dgm:prSet presAssocID="{66DB4CE2-CE61-4F1F-827E-EA7B7360FD7F}" presName="hierChild2" presStyleCnt="0"/>
      <dgm:spPr/>
    </dgm:pt>
    <dgm:pt modelId="{A7559980-3E21-4182-85A2-40068BD01F0C}" type="pres">
      <dgm:prSet presAssocID="{66DB4CE2-CE61-4F1F-827E-EA7B7360FD7F}" presName="hierChild3" presStyleCnt="0"/>
      <dgm:spPr/>
    </dgm:pt>
    <dgm:pt modelId="{2DB34C13-2808-4186-BA66-77F2FA2DFC99}" type="pres">
      <dgm:prSet presAssocID="{F145F7F9-FBC2-4165-922F-AC5D10A5B6A3}" presName="hierRoot1" presStyleCnt="0">
        <dgm:presLayoutVars>
          <dgm:hierBranch val="init"/>
        </dgm:presLayoutVars>
      </dgm:prSet>
      <dgm:spPr/>
    </dgm:pt>
    <dgm:pt modelId="{14598EBA-1EDE-4DD4-B321-39E4E90FD9B2}" type="pres">
      <dgm:prSet presAssocID="{F145F7F9-FBC2-4165-922F-AC5D10A5B6A3}" presName="rootComposite1" presStyleCnt="0"/>
      <dgm:spPr/>
    </dgm:pt>
    <dgm:pt modelId="{D007A41B-F785-43D3-B0D2-FC9074B5DD2E}" type="pres">
      <dgm:prSet presAssocID="{F145F7F9-FBC2-4165-922F-AC5D10A5B6A3}" presName="rootText1" presStyleLbl="node0" presStyleIdx="57" presStyleCnt="100">
        <dgm:presLayoutVars>
          <dgm:chPref val="3"/>
        </dgm:presLayoutVars>
      </dgm:prSet>
      <dgm:spPr/>
    </dgm:pt>
    <dgm:pt modelId="{1A9D5533-D905-46ED-AE3B-DA91FCEE21B1}" type="pres">
      <dgm:prSet presAssocID="{F145F7F9-FBC2-4165-922F-AC5D10A5B6A3}" presName="rootConnector1" presStyleLbl="node1" presStyleIdx="0" presStyleCnt="0"/>
      <dgm:spPr/>
    </dgm:pt>
    <dgm:pt modelId="{9CBCAC8A-C09B-4092-A3AF-4E328ACD420F}" type="pres">
      <dgm:prSet presAssocID="{F145F7F9-FBC2-4165-922F-AC5D10A5B6A3}" presName="hierChild2" presStyleCnt="0"/>
      <dgm:spPr/>
    </dgm:pt>
    <dgm:pt modelId="{DBDEF07C-FB41-48B6-82DE-581E5AB113DD}" type="pres">
      <dgm:prSet presAssocID="{F145F7F9-FBC2-4165-922F-AC5D10A5B6A3}" presName="hierChild3" presStyleCnt="0"/>
      <dgm:spPr/>
    </dgm:pt>
    <dgm:pt modelId="{B886075D-68FF-45C5-954A-6834AACAF2E1}" type="pres">
      <dgm:prSet presAssocID="{9416AA18-6AE3-4939-934A-CDD5973AB16E}" presName="hierRoot1" presStyleCnt="0">
        <dgm:presLayoutVars>
          <dgm:hierBranch val="init"/>
        </dgm:presLayoutVars>
      </dgm:prSet>
      <dgm:spPr/>
    </dgm:pt>
    <dgm:pt modelId="{25E279FC-ABC8-48C1-B49F-43AF7F6A7D50}" type="pres">
      <dgm:prSet presAssocID="{9416AA18-6AE3-4939-934A-CDD5973AB16E}" presName="rootComposite1" presStyleCnt="0"/>
      <dgm:spPr/>
    </dgm:pt>
    <dgm:pt modelId="{019B0F05-CD94-4C0A-BA91-E85813E57819}" type="pres">
      <dgm:prSet presAssocID="{9416AA18-6AE3-4939-934A-CDD5973AB16E}" presName="rootText1" presStyleLbl="node0" presStyleIdx="58" presStyleCnt="100">
        <dgm:presLayoutVars>
          <dgm:chPref val="3"/>
        </dgm:presLayoutVars>
      </dgm:prSet>
      <dgm:spPr/>
    </dgm:pt>
    <dgm:pt modelId="{012CC650-D837-4AFA-B413-CBCD5CF3BEE6}" type="pres">
      <dgm:prSet presAssocID="{9416AA18-6AE3-4939-934A-CDD5973AB16E}" presName="rootConnector1" presStyleLbl="node1" presStyleIdx="0" presStyleCnt="0"/>
      <dgm:spPr/>
    </dgm:pt>
    <dgm:pt modelId="{03D8180C-6FD3-4EB0-896B-7A0C489BC84C}" type="pres">
      <dgm:prSet presAssocID="{9416AA18-6AE3-4939-934A-CDD5973AB16E}" presName="hierChild2" presStyleCnt="0"/>
      <dgm:spPr/>
    </dgm:pt>
    <dgm:pt modelId="{54D62C9C-5527-4508-803C-2553AECA6608}" type="pres">
      <dgm:prSet presAssocID="{9416AA18-6AE3-4939-934A-CDD5973AB16E}" presName="hierChild3" presStyleCnt="0"/>
      <dgm:spPr/>
    </dgm:pt>
    <dgm:pt modelId="{FEAA25C5-9162-423C-BF51-F15501A6CCD8}" type="pres">
      <dgm:prSet presAssocID="{986C1E81-D088-4AC1-958D-9953E8EAE3F1}" presName="hierRoot1" presStyleCnt="0">
        <dgm:presLayoutVars>
          <dgm:hierBranch val="init"/>
        </dgm:presLayoutVars>
      </dgm:prSet>
      <dgm:spPr/>
    </dgm:pt>
    <dgm:pt modelId="{A28DD5EF-D67C-4375-A6F5-0EF09600AB1B}" type="pres">
      <dgm:prSet presAssocID="{986C1E81-D088-4AC1-958D-9953E8EAE3F1}" presName="rootComposite1" presStyleCnt="0"/>
      <dgm:spPr/>
    </dgm:pt>
    <dgm:pt modelId="{CB4D5C7C-759D-4C51-858B-4DDFAD6EB9BA}" type="pres">
      <dgm:prSet presAssocID="{986C1E81-D088-4AC1-958D-9953E8EAE3F1}" presName="rootText1" presStyleLbl="node0" presStyleIdx="59" presStyleCnt="100">
        <dgm:presLayoutVars>
          <dgm:chPref val="3"/>
        </dgm:presLayoutVars>
      </dgm:prSet>
      <dgm:spPr/>
    </dgm:pt>
    <dgm:pt modelId="{2B6425EA-1E8E-469A-BCAC-9EFA9FC4CBD2}" type="pres">
      <dgm:prSet presAssocID="{986C1E81-D088-4AC1-958D-9953E8EAE3F1}" presName="rootConnector1" presStyleLbl="node1" presStyleIdx="0" presStyleCnt="0"/>
      <dgm:spPr/>
    </dgm:pt>
    <dgm:pt modelId="{FE6A23F1-DA23-431C-BFCA-BA60B3B88CD3}" type="pres">
      <dgm:prSet presAssocID="{986C1E81-D088-4AC1-958D-9953E8EAE3F1}" presName="hierChild2" presStyleCnt="0"/>
      <dgm:spPr/>
    </dgm:pt>
    <dgm:pt modelId="{AF89B23F-997C-4CF1-9294-4E4EF59904CF}" type="pres">
      <dgm:prSet presAssocID="{986C1E81-D088-4AC1-958D-9953E8EAE3F1}" presName="hierChild3" presStyleCnt="0"/>
      <dgm:spPr/>
    </dgm:pt>
    <dgm:pt modelId="{C6EEAAFE-ED0B-42B6-98A1-345B0E0C94D7}" type="pres">
      <dgm:prSet presAssocID="{3B9D4C5F-01BC-4352-AC6A-AA14C566624E}" presName="hierRoot1" presStyleCnt="0">
        <dgm:presLayoutVars>
          <dgm:hierBranch val="init"/>
        </dgm:presLayoutVars>
      </dgm:prSet>
      <dgm:spPr/>
    </dgm:pt>
    <dgm:pt modelId="{2A501431-7F03-44A4-AE37-08FEB4BFEF55}" type="pres">
      <dgm:prSet presAssocID="{3B9D4C5F-01BC-4352-AC6A-AA14C566624E}" presName="rootComposite1" presStyleCnt="0"/>
      <dgm:spPr/>
    </dgm:pt>
    <dgm:pt modelId="{25011FE6-9C12-4496-8B7A-D70537EC2E71}" type="pres">
      <dgm:prSet presAssocID="{3B9D4C5F-01BC-4352-AC6A-AA14C566624E}" presName="rootText1" presStyleLbl="node0" presStyleIdx="60" presStyleCnt="100">
        <dgm:presLayoutVars>
          <dgm:chPref val="3"/>
        </dgm:presLayoutVars>
      </dgm:prSet>
      <dgm:spPr/>
    </dgm:pt>
    <dgm:pt modelId="{EF507F7B-61E6-4C64-9449-14BD4041D190}" type="pres">
      <dgm:prSet presAssocID="{3B9D4C5F-01BC-4352-AC6A-AA14C566624E}" presName="rootConnector1" presStyleLbl="node1" presStyleIdx="0" presStyleCnt="0"/>
      <dgm:spPr/>
    </dgm:pt>
    <dgm:pt modelId="{6D07EDB1-862B-4AE3-A0BC-9C9D0624BCD5}" type="pres">
      <dgm:prSet presAssocID="{3B9D4C5F-01BC-4352-AC6A-AA14C566624E}" presName="hierChild2" presStyleCnt="0"/>
      <dgm:spPr/>
    </dgm:pt>
    <dgm:pt modelId="{12B8CA42-9226-4928-8FFC-E464F1879536}" type="pres">
      <dgm:prSet presAssocID="{3B9D4C5F-01BC-4352-AC6A-AA14C566624E}" presName="hierChild3" presStyleCnt="0"/>
      <dgm:spPr/>
    </dgm:pt>
    <dgm:pt modelId="{75A572FE-54D6-42BF-866E-333ABD3835C7}" type="pres">
      <dgm:prSet presAssocID="{4177A1C9-DC5C-4175-AAF4-0FF02237C4F7}" presName="hierRoot1" presStyleCnt="0">
        <dgm:presLayoutVars>
          <dgm:hierBranch val="init"/>
        </dgm:presLayoutVars>
      </dgm:prSet>
      <dgm:spPr/>
    </dgm:pt>
    <dgm:pt modelId="{69C20B74-3061-42CF-8AD5-EF7424FA2654}" type="pres">
      <dgm:prSet presAssocID="{4177A1C9-DC5C-4175-AAF4-0FF02237C4F7}" presName="rootComposite1" presStyleCnt="0"/>
      <dgm:spPr/>
    </dgm:pt>
    <dgm:pt modelId="{525BDB71-81E6-4A76-A687-FF94F0164A00}" type="pres">
      <dgm:prSet presAssocID="{4177A1C9-DC5C-4175-AAF4-0FF02237C4F7}" presName="rootText1" presStyleLbl="node0" presStyleIdx="61" presStyleCnt="100">
        <dgm:presLayoutVars>
          <dgm:chPref val="3"/>
        </dgm:presLayoutVars>
      </dgm:prSet>
      <dgm:spPr/>
    </dgm:pt>
    <dgm:pt modelId="{5C52F21F-425C-4E34-A5F0-B1B094EEEB40}" type="pres">
      <dgm:prSet presAssocID="{4177A1C9-DC5C-4175-AAF4-0FF02237C4F7}" presName="rootConnector1" presStyleLbl="node1" presStyleIdx="0" presStyleCnt="0"/>
      <dgm:spPr/>
    </dgm:pt>
    <dgm:pt modelId="{76B022F7-D86D-485A-9833-2CB420B1638A}" type="pres">
      <dgm:prSet presAssocID="{4177A1C9-DC5C-4175-AAF4-0FF02237C4F7}" presName="hierChild2" presStyleCnt="0"/>
      <dgm:spPr/>
    </dgm:pt>
    <dgm:pt modelId="{788F4AE8-F280-486A-9AE8-6CD63E5A7E53}" type="pres">
      <dgm:prSet presAssocID="{4177A1C9-DC5C-4175-AAF4-0FF02237C4F7}" presName="hierChild3" presStyleCnt="0"/>
      <dgm:spPr/>
    </dgm:pt>
    <dgm:pt modelId="{D35E7ACB-A39F-4D72-AC26-57BCF4A4EE6F}" type="pres">
      <dgm:prSet presAssocID="{F7CE717C-A4B4-4752-B345-3D865838357A}" presName="hierRoot1" presStyleCnt="0">
        <dgm:presLayoutVars>
          <dgm:hierBranch val="init"/>
        </dgm:presLayoutVars>
      </dgm:prSet>
      <dgm:spPr/>
    </dgm:pt>
    <dgm:pt modelId="{17E9AAD7-2F69-48B7-8E7F-5675220A1F8E}" type="pres">
      <dgm:prSet presAssocID="{F7CE717C-A4B4-4752-B345-3D865838357A}" presName="rootComposite1" presStyleCnt="0"/>
      <dgm:spPr/>
    </dgm:pt>
    <dgm:pt modelId="{3DFB86B9-EF3D-4C26-8EE4-AB88B775426F}" type="pres">
      <dgm:prSet presAssocID="{F7CE717C-A4B4-4752-B345-3D865838357A}" presName="rootText1" presStyleLbl="node0" presStyleIdx="62" presStyleCnt="100">
        <dgm:presLayoutVars>
          <dgm:chPref val="3"/>
        </dgm:presLayoutVars>
      </dgm:prSet>
      <dgm:spPr/>
    </dgm:pt>
    <dgm:pt modelId="{53671F4B-C8E1-429B-B52B-D83EED79F566}" type="pres">
      <dgm:prSet presAssocID="{F7CE717C-A4B4-4752-B345-3D865838357A}" presName="rootConnector1" presStyleLbl="node1" presStyleIdx="0" presStyleCnt="0"/>
      <dgm:spPr/>
    </dgm:pt>
    <dgm:pt modelId="{6DC5EFE6-80B2-41B0-AA7C-0C829C88829B}" type="pres">
      <dgm:prSet presAssocID="{F7CE717C-A4B4-4752-B345-3D865838357A}" presName="hierChild2" presStyleCnt="0"/>
      <dgm:spPr/>
    </dgm:pt>
    <dgm:pt modelId="{509A69F8-D155-4C96-A885-77EE759B02BF}" type="pres">
      <dgm:prSet presAssocID="{F7CE717C-A4B4-4752-B345-3D865838357A}" presName="hierChild3" presStyleCnt="0"/>
      <dgm:spPr/>
    </dgm:pt>
    <dgm:pt modelId="{ABBE0246-8130-47FA-9EE9-1144F1FD5971}" type="pres">
      <dgm:prSet presAssocID="{7815D7B2-B573-4F63-95B6-7546708A95CF}" presName="hierRoot1" presStyleCnt="0">
        <dgm:presLayoutVars>
          <dgm:hierBranch val="init"/>
        </dgm:presLayoutVars>
      </dgm:prSet>
      <dgm:spPr/>
    </dgm:pt>
    <dgm:pt modelId="{C3EE6F4A-EC73-4655-82B7-6B751CBCB338}" type="pres">
      <dgm:prSet presAssocID="{7815D7B2-B573-4F63-95B6-7546708A95CF}" presName="rootComposite1" presStyleCnt="0"/>
      <dgm:spPr/>
    </dgm:pt>
    <dgm:pt modelId="{20E1DA5C-735C-4255-B0A3-5AC0639B1269}" type="pres">
      <dgm:prSet presAssocID="{7815D7B2-B573-4F63-95B6-7546708A95CF}" presName="rootText1" presStyleLbl="node0" presStyleIdx="63" presStyleCnt="100">
        <dgm:presLayoutVars>
          <dgm:chPref val="3"/>
        </dgm:presLayoutVars>
      </dgm:prSet>
      <dgm:spPr/>
    </dgm:pt>
    <dgm:pt modelId="{35A6FDDB-D1FA-4C11-915D-FED80ABDEA93}" type="pres">
      <dgm:prSet presAssocID="{7815D7B2-B573-4F63-95B6-7546708A95CF}" presName="rootConnector1" presStyleLbl="node1" presStyleIdx="0" presStyleCnt="0"/>
      <dgm:spPr/>
    </dgm:pt>
    <dgm:pt modelId="{8D5E8C04-DDEB-4346-8E28-E45BA73D510A}" type="pres">
      <dgm:prSet presAssocID="{7815D7B2-B573-4F63-95B6-7546708A95CF}" presName="hierChild2" presStyleCnt="0"/>
      <dgm:spPr/>
    </dgm:pt>
    <dgm:pt modelId="{79BE5B00-9D48-40D9-8318-5443F2B207EA}" type="pres">
      <dgm:prSet presAssocID="{7815D7B2-B573-4F63-95B6-7546708A95CF}" presName="hierChild3" presStyleCnt="0"/>
      <dgm:spPr/>
    </dgm:pt>
    <dgm:pt modelId="{FC165B5D-2FD6-4DF1-85B2-FF9EC00DA14C}" type="pres">
      <dgm:prSet presAssocID="{1A8FA525-F1BE-4DFD-9B85-FB55DB9B4E71}" presName="hierRoot1" presStyleCnt="0">
        <dgm:presLayoutVars>
          <dgm:hierBranch val="init"/>
        </dgm:presLayoutVars>
      </dgm:prSet>
      <dgm:spPr/>
    </dgm:pt>
    <dgm:pt modelId="{5152E91F-C77E-4F4C-8345-E3AC28076255}" type="pres">
      <dgm:prSet presAssocID="{1A8FA525-F1BE-4DFD-9B85-FB55DB9B4E71}" presName="rootComposite1" presStyleCnt="0"/>
      <dgm:spPr/>
    </dgm:pt>
    <dgm:pt modelId="{0F29B699-6064-4399-8324-928D51E4FC86}" type="pres">
      <dgm:prSet presAssocID="{1A8FA525-F1BE-4DFD-9B85-FB55DB9B4E71}" presName="rootText1" presStyleLbl="node0" presStyleIdx="64" presStyleCnt="100">
        <dgm:presLayoutVars>
          <dgm:chPref val="3"/>
        </dgm:presLayoutVars>
      </dgm:prSet>
      <dgm:spPr/>
    </dgm:pt>
    <dgm:pt modelId="{CF2C6757-99FF-4EDE-A4A2-E78F9F26659F}" type="pres">
      <dgm:prSet presAssocID="{1A8FA525-F1BE-4DFD-9B85-FB55DB9B4E71}" presName="rootConnector1" presStyleLbl="node1" presStyleIdx="0" presStyleCnt="0"/>
      <dgm:spPr/>
    </dgm:pt>
    <dgm:pt modelId="{76F2032A-3095-4E27-AEC2-BCDD2778D555}" type="pres">
      <dgm:prSet presAssocID="{1A8FA525-F1BE-4DFD-9B85-FB55DB9B4E71}" presName="hierChild2" presStyleCnt="0"/>
      <dgm:spPr/>
    </dgm:pt>
    <dgm:pt modelId="{5CD3B062-432A-4896-92F4-AE3903BC4E86}" type="pres">
      <dgm:prSet presAssocID="{1A8FA525-F1BE-4DFD-9B85-FB55DB9B4E71}" presName="hierChild3" presStyleCnt="0"/>
      <dgm:spPr/>
    </dgm:pt>
    <dgm:pt modelId="{D00389B3-734E-4980-B0F3-AAECDCC025D4}" type="pres">
      <dgm:prSet presAssocID="{2F2450E5-4C8A-4265-90A5-9C81FCAC1D80}" presName="hierRoot1" presStyleCnt="0">
        <dgm:presLayoutVars>
          <dgm:hierBranch val="init"/>
        </dgm:presLayoutVars>
      </dgm:prSet>
      <dgm:spPr/>
    </dgm:pt>
    <dgm:pt modelId="{31506154-D1D4-43D9-9E2E-D12CB9479398}" type="pres">
      <dgm:prSet presAssocID="{2F2450E5-4C8A-4265-90A5-9C81FCAC1D80}" presName="rootComposite1" presStyleCnt="0"/>
      <dgm:spPr/>
    </dgm:pt>
    <dgm:pt modelId="{C36BE4BE-EB7E-4275-8D69-008DF3B69106}" type="pres">
      <dgm:prSet presAssocID="{2F2450E5-4C8A-4265-90A5-9C81FCAC1D80}" presName="rootText1" presStyleLbl="node0" presStyleIdx="65" presStyleCnt="100">
        <dgm:presLayoutVars>
          <dgm:chPref val="3"/>
        </dgm:presLayoutVars>
      </dgm:prSet>
      <dgm:spPr/>
    </dgm:pt>
    <dgm:pt modelId="{0240F308-1A3A-4F13-AFC9-AFCDF487590B}" type="pres">
      <dgm:prSet presAssocID="{2F2450E5-4C8A-4265-90A5-9C81FCAC1D80}" presName="rootConnector1" presStyleLbl="node1" presStyleIdx="0" presStyleCnt="0"/>
      <dgm:spPr/>
    </dgm:pt>
    <dgm:pt modelId="{CB0B0E97-946B-479F-9356-61CAF512C287}" type="pres">
      <dgm:prSet presAssocID="{2F2450E5-4C8A-4265-90A5-9C81FCAC1D80}" presName="hierChild2" presStyleCnt="0"/>
      <dgm:spPr/>
    </dgm:pt>
    <dgm:pt modelId="{1ED79ED8-D313-46B1-9911-940CDD4A7AD8}" type="pres">
      <dgm:prSet presAssocID="{2F2450E5-4C8A-4265-90A5-9C81FCAC1D80}" presName="hierChild3" presStyleCnt="0"/>
      <dgm:spPr/>
    </dgm:pt>
    <dgm:pt modelId="{B214070A-9C36-45C7-BBC0-8301CDCF960A}" type="pres">
      <dgm:prSet presAssocID="{BBD57494-2A9C-4992-AA1A-3ABB689FE916}" presName="hierRoot1" presStyleCnt="0">
        <dgm:presLayoutVars>
          <dgm:hierBranch val="init"/>
        </dgm:presLayoutVars>
      </dgm:prSet>
      <dgm:spPr/>
    </dgm:pt>
    <dgm:pt modelId="{8E84E1CD-A361-4A2C-A7A3-39169F69550A}" type="pres">
      <dgm:prSet presAssocID="{BBD57494-2A9C-4992-AA1A-3ABB689FE916}" presName="rootComposite1" presStyleCnt="0"/>
      <dgm:spPr/>
    </dgm:pt>
    <dgm:pt modelId="{A349CD1F-6D5D-4927-B861-9E42FC659B49}" type="pres">
      <dgm:prSet presAssocID="{BBD57494-2A9C-4992-AA1A-3ABB689FE916}" presName="rootText1" presStyleLbl="node0" presStyleIdx="66" presStyleCnt="100">
        <dgm:presLayoutVars>
          <dgm:chPref val="3"/>
        </dgm:presLayoutVars>
      </dgm:prSet>
      <dgm:spPr/>
    </dgm:pt>
    <dgm:pt modelId="{60B7C456-DEE0-4646-BDF1-A7D62C45AD55}" type="pres">
      <dgm:prSet presAssocID="{BBD57494-2A9C-4992-AA1A-3ABB689FE916}" presName="rootConnector1" presStyleLbl="node1" presStyleIdx="0" presStyleCnt="0"/>
      <dgm:spPr/>
    </dgm:pt>
    <dgm:pt modelId="{B54664B3-1F9E-40A3-97A6-81DABBE477BE}" type="pres">
      <dgm:prSet presAssocID="{BBD57494-2A9C-4992-AA1A-3ABB689FE916}" presName="hierChild2" presStyleCnt="0"/>
      <dgm:spPr/>
    </dgm:pt>
    <dgm:pt modelId="{8293BA9B-A7BB-4975-AC86-71C0BBE68D78}" type="pres">
      <dgm:prSet presAssocID="{BBD57494-2A9C-4992-AA1A-3ABB689FE916}" presName="hierChild3" presStyleCnt="0"/>
      <dgm:spPr/>
    </dgm:pt>
    <dgm:pt modelId="{68B33668-45CE-4042-8FFF-FD5ECB64D681}" type="pres">
      <dgm:prSet presAssocID="{53EFAF2D-7830-4D75-ABDB-F3AF7E55D868}" presName="hierRoot1" presStyleCnt="0">
        <dgm:presLayoutVars>
          <dgm:hierBranch val="init"/>
        </dgm:presLayoutVars>
      </dgm:prSet>
      <dgm:spPr/>
    </dgm:pt>
    <dgm:pt modelId="{B5793716-7E0F-40C1-9287-8683C7D458BB}" type="pres">
      <dgm:prSet presAssocID="{53EFAF2D-7830-4D75-ABDB-F3AF7E55D868}" presName="rootComposite1" presStyleCnt="0"/>
      <dgm:spPr/>
    </dgm:pt>
    <dgm:pt modelId="{5C257910-8015-489F-A4D6-61588683AECA}" type="pres">
      <dgm:prSet presAssocID="{53EFAF2D-7830-4D75-ABDB-F3AF7E55D868}" presName="rootText1" presStyleLbl="node0" presStyleIdx="67" presStyleCnt="100">
        <dgm:presLayoutVars>
          <dgm:chPref val="3"/>
        </dgm:presLayoutVars>
      </dgm:prSet>
      <dgm:spPr/>
    </dgm:pt>
    <dgm:pt modelId="{B22BD578-E44C-4151-9E6F-CDE7B1F757A5}" type="pres">
      <dgm:prSet presAssocID="{53EFAF2D-7830-4D75-ABDB-F3AF7E55D868}" presName="rootConnector1" presStyleLbl="node1" presStyleIdx="0" presStyleCnt="0"/>
      <dgm:spPr/>
    </dgm:pt>
    <dgm:pt modelId="{ED8F3F4C-D667-4F81-ADF8-F73B38F877FE}" type="pres">
      <dgm:prSet presAssocID="{53EFAF2D-7830-4D75-ABDB-F3AF7E55D868}" presName="hierChild2" presStyleCnt="0"/>
      <dgm:spPr/>
    </dgm:pt>
    <dgm:pt modelId="{B653CA76-AC9A-4DB4-93B4-C6FF27B04EDE}" type="pres">
      <dgm:prSet presAssocID="{53EFAF2D-7830-4D75-ABDB-F3AF7E55D868}" presName="hierChild3" presStyleCnt="0"/>
      <dgm:spPr/>
    </dgm:pt>
    <dgm:pt modelId="{EF43E992-B359-41EB-909E-18C30F386A16}" type="pres">
      <dgm:prSet presAssocID="{6818A746-663E-4AF5-8C7A-EDC7CFFE3A70}" presName="hierRoot1" presStyleCnt="0">
        <dgm:presLayoutVars>
          <dgm:hierBranch val="init"/>
        </dgm:presLayoutVars>
      </dgm:prSet>
      <dgm:spPr/>
    </dgm:pt>
    <dgm:pt modelId="{84350DFC-097E-47ED-872E-11A826CB8126}" type="pres">
      <dgm:prSet presAssocID="{6818A746-663E-4AF5-8C7A-EDC7CFFE3A70}" presName="rootComposite1" presStyleCnt="0"/>
      <dgm:spPr/>
    </dgm:pt>
    <dgm:pt modelId="{A3D8DFED-1459-485F-8511-F965B5FC1828}" type="pres">
      <dgm:prSet presAssocID="{6818A746-663E-4AF5-8C7A-EDC7CFFE3A70}" presName="rootText1" presStyleLbl="node0" presStyleIdx="68" presStyleCnt="100">
        <dgm:presLayoutVars>
          <dgm:chPref val="3"/>
        </dgm:presLayoutVars>
      </dgm:prSet>
      <dgm:spPr/>
    </dgm:pt>
    <dgm:pt modelId="{E1F7D251-7396-445E-9917-F20740ACE761}" type="pres">
      <dgm:prSet presAssocID="{6818A746-663E-4AF5-8C7A-EDC7CFFE3A70}" presName="rootConnector1" presStyleLbl="node1" presStyleIdx="0" presStyleCnt="0"/>
      <dgm:spPr/>
    </dgm:pt>
    <dgm:pt modelId="{E2EB20E9-9D36-4843-B3AF-A0D9302CC4EC}" type="pres">
      <dgm:prSet presAssocID="{6818A746-663E-4AF5-8C7A-EDC7CFFE3A70}" presName="hierChild2" presStyleCnt="0"/>
      <dgm:spPr/>
    </dgm:pt>
    <dgm:pt modelId="{4C89F740-DA94-4C00-B82B-AE5BF4B31677}" type="pres">
      <dgm:prSet presAssocID="{6818A746-663E-4AF5-8C7A-EDC7CFFE3A70}" presName="hierChild3" presStyleCnt="0"/>
      <dgm:spPr/>
    </dgm:pt>
    <dgm:pt modelId="{7076813E-C519-40F2-822C-F29C318220FB}" type="pres">
      <dgm:prSet presAssocID="{8CC0265B-F537-43E5-B5BA-B683FF5833E0}" presName="hierRoot1" presStyleCnt="0">
        <dgm:presLayoutVars>
          <dgm:hierBranch val="init"/>
        </dgm:presLayoutVars>
      </dgm:prSet>
      <dgm:spPr/>
    </dgm:pt>
    <dgm:pt modelId="{A46B4127-EBD5-4D1F-83C0-AA41BB46101C}" type="pres">
      <dgm:prSet presAssocID="{8CC0265B-F537-43E5-B5BA-B683FF5833E0}" presName="rootComposite1" presStyleCnt="0"/>
      <dgm:spPr/>
    </dgm:pt>
    <dgm:pt modelId="{DA0DF361-FD1F-4993-92BF-E45607FB0D36}" type="pres">
      <dgm:prSet presAssocID="{8CC0265B-F537-43E5-B5BA-B683FF5833E0}" presName="rootText1" presStyleLbl="node0" presStyleIdx="69" presStyleCnt="100">
        <dgm:presLayoutVars>
          <dgm:chPref val="3"/>
        </dgm:presLayoutVars>
      </dgm:prSet>
      <dgm:spPr/>
    </dgm:pt>
    <dgm:pt modelId="{BD01C86F-CBBA-4AD7-BDCB-4D1739084680}" type="pres">
      <dgm:prSet presAssocID="{8CC0265B-F537-43E5-B5BA-B683FF5833E0}" presName="rootConnector1" presStyleLbl="node1" presStyleIdx="0" presStyleCnt="0"/>
      <dgm:spPr/>
    </dgm:pt>
    <dgm:pt modelId="{90B1270A-D9D3-4669-971B-B5462E7654DC}" type="pres">
      <dgm:prSet presAssocID="{8CC0265B-F537-43E5-B5BA-B683FF5833E0}" presName="hierChild2" presStyleCnt="0"/>
      <dgm:spPr/>
    </dgm:pt>
    <dgm:pt modelId="{F3EC7C54-0686-4396-8DD2-03A57BC057E3}" type="pres">
      <dgm:prSet presAssocID="{8CC0265B-F537-43E5-B5BA-B683FF5833E0}" presName="hierChild3" presStyleCnt="0"/>
      <dgm:spPr/>
    </dgm:pt>
    <dgm:pt modelId="{C475E2C9-DBFA-469F-8FBA-D5A6A28145FD}" type="pres">
      <dgm:prSet presAssocID="{FB89D7CE-D8DE-479B-9EFB-3A0712ED69C2}" presName="hierRoot1" presStyleCnt="0">
        <dgm:presLayoutVars>
          <dgm:hierBranch val="init"/>
        </dgm:presLayoutVars>
      </dgm:prSet>
      <dgm:spPr/>
    </dgm:pt>
    <dgm:pt modelId="{94C67A8D-4CD3-4741-ADB9-A5763BF67912}" type="pres">
      <dgm:prSet presAssocID="{FB89D7CE-D8DE-479B-9EFB-3A0712ED69C2}" presName="rootComposite1" presStyleCnt="0"/>
      <dgm:spPr/>
    </dgm:pt>
    <dgm:pt modelId="{00A380C4-ED8A-4D42-9DFA-CAE33BE82CF2}" type="pres">
      <dgm:prSet presAssocID="{FB89D7CE-D8DE-479B-9EFB-3A0712ED69C2}" presName="rootText1" presStyleLbl="node0" presStyleIdx="70" presStyleCnt="100">
        <dgm:presLayoutVars>
          <dgm:chPref val="3"/>
        </dgm:presLayoutVars>
      </dgm:prSet>
      <dgm:spPr/>
    </dgm:pt>
    <dgm:pt modelId="{7E2802C9-B3AA-4B5B-AE6D-BE4297963E1C}" type="pres">
      <dgm:prSet presAssocID="{FB89D7CE-D8DE-479B-9EFB-3A0712ED69C2}" presName="rootConnector1" presStyleLbl="node1" presStyleIdx="0" presStyleCnt="0"/>
      <dgm:spPr/>
    </dgm:pt>
    <dgm:pt modelId="{EA46C3CB-D4E2-42A1-966F-E2B903C6D8BD}" type="pres">
      <dgm:prSet presAssocID="{FB89D7CE-D8DE-479B-9EFB-3A0712ED69C2}" presName="hierChild2" presStyleCnt="0"/>
      <dgm:spPr/>
    </dgm:pt>
    <dgm:pt modelId="{527F42A7-8F4D-4EC3-B099-2E82918E1B94}" type="pres">
      <dgm:prSet presAssocID="{FB89D7CE-D8DE-479B-9EFB-3A0712ED69C2}" presName="hierChild3" presStyleCnt="0"/>
      <dgm:spPr/>
    </dgm:pt>
    <dgm:pt modelId="{E1D8AA4B-87CE-44E3-A4A2-BE63BA9CF29D}" type="pres">
      <dgm:prSet presAssocID="{78DF15B4-0E8C-47D5-8792-36C985B46406}" presName="hierRoot1" presStyleCnt="0">
        <dgm:presLayoutVars>
          <dgm:hierBranch val="init"/>
        </dgm:presLayoutVars>
      </dgm:prSet>
      <dgm:spPr/>
    </dgm:pt>
    <dgm:pt modelId="{20988F6F-56C2-4262-A621-4D9350962511}" type="pres">
      <dgm:prSet presAssocID="{78DF15B4-0E8C-47D5-8792-36C985B46406}" presName="rootComposite1" presStyleCnt="0"/>
      <dgm:spPr/>
    </dgm:pt>
    <dgm:pt modelId="{EC6FF0EA-8522-47EA-BD4A-34DC0C2C3A9A}" type="pres">
      <dgm:prSet presAssocID="{78DF15B4-0E8C-47D5-8792-36C985B46406}" presName="rootText1" presStyleLbl="node0" presStyleIdx="71" presStyleCnt="100">
        <dgm:presLayoutVars>
          <dgm:chPref val="3"/>
        </dgm:presLayoutVars>
      </dgm:prSet>
      <dgm:spPr/>
    </dgm:pt>
    <dgm:pt modelId="{57117F80-F27B-4454-8281-1BDE7D0D1EE5}" type="pres">
      <dgm:prSet presAssocID="{78DF15B4-0E8C-47D5-8792-36C985B46406}" presName="rootConnector1" presStyleLbl="node1" presStyleIdx="0" presStyleCnt="0"/>
      <dgm:spPr/>
    </dgm:pt>
    <dgm:pt modelId="{DF39AE7F-719D-46A7-934B-243A61B51147}" type="pres">
      <dgm:prSet presAssocID="{78DF15B4-0E8C-47D5-8792-36C985B46406}" presName="hierChild2" presStyleCnt="0"/>
      <dgm:spPr/>
    </dgm:pt>
    <dgm:pt modelId="{2F6C7A6A-67CA-4A6D-A3A2-1D049C3224F9}" type="pres">
      <dgm:prSet presAssocID="{78DF15B4-0E8C-47D5-8792-36C985B46406}" presName="hierChild3" presStyleCnt="0"/>
      <dgm:spPr/>
    </dgm:pt>
    <dgm:pt modelId="{2C645783-8FF3-4973-879C-AB0EE581E50D}" type="pres">
      <dgm:prSet presAssocID="{7099550F-9001-49AC-ADC2-BBF9F647D44F}" presName="hierRoot1" presStyleCnt="0">
        <dgm:presLayoutVars>
          <dgm:hierBranch val="init"/>
        </dgm:presLayoutVars>
      </dgm:prSet>
      <dgm:spPr/>
    </dgm:pt>
    <dgm:pt modelId="{8A95EAFD-994C-462B-9788-3ACEF1BDB3F9}" type="pres">
      <dgm:prSet presAssocID="{7099550F-9001-49AC-ADC2-BBF9F647D44F}" presName="rootComposite1" presStyleCnt="0"/>
      <dgm:spPr/>
    </dgm:pt>
    <dgm:pt modelId="{DEFD345A-CBE1-4A11-9AD1-4C2F4AEE76AD}" type="pres">
      <dgm:prSet presAssocID="{7099550F-9001-49AC-ADC2-BBF9F647D44F}" presName="rootText1" presStyleLbl="node0" presStyleIdx="72" presStyleCnt="100">
        <dgm:presLayoutVars>
          <dgm:chPref val="3"/>
        </dgm:presLayoutVars>
      </dgm:prSet>
      <dgm:spPr/>
    </dgm:pt>
    <dgm:pt modelId="{7FB9B393-BB58-402E-845A-9E9157EC89E5}" type="pres">
      <dgm:prSet presAssocID="{7099550F-9001-49AC-ADC2-BBF9F647D44F}" presName="rootConnector1" presStyleLbl="node1" presStyleIdx="0" presStyleCnt="0"/>
      <dgm:spPr/>
    </dgm:pt>
    <dgm:pt modelId="{7E44C9D5-E4FD-4FEA-ACD3-0C922C5AC1A2}" type="pres">
      <dgm:prSet presAssocID="{7099550F-9001-49AC-ADC2-BBF9F647D44F}" presName="hierChild2" presStyleCnt="0"/>
      <dgm:spPr/>
    </dgm:pt>
    <dgm:pt modelId="{17F89BB0-A01D-4C01-A673-16CB7F3F1379}" type="pres">
      <dgm:prSet presAssocID="{7099550F-9001-49AC-ADC2-BBF9F647D44F}" presName="hierChild3" presStyleCnt="0"/>
      <dgm:spPr/>
    </dgm:pt>
    <dgm:pt modelId="{28BC6725-3356-4073-8E20-89D137A1B921}" type="pres">
      <dgm:prSet presAssocID="{EF6F00F5-1175-409A-9417-5352535A790C}" presName="hierRoot1" presStyleCnt="0">
        <dgm:presLayoutVars>
          <dgm:hierBranch val="init"/>
        </dgm:presLayoutVars>
      </dgm:prSet>
      <dgm:spPr/>
    </dgm:pt>
    <dgm:pt modelId="{B98CB234-2374-4F86-A88A-9AAC93AC861D}" type="pres">
      <dgm:prSet presAssocID="{EF6F00F5-1175-409A-9417-5352535A790C}" presName="rootComposite1" presStyleCnt="0"/>
      <dgm:spPr/>
    </dgm:pt>
    <dgm:pt modelId="{D4D70564-336A-4740-BE5B-F1DEEFB0096A}" type="pres">
      <dgm:prSet presAssocID="{EF6F00F5-1175-409A-9417-5352535A790C}" presName="rootText1" presStyleLbl="node0" presStyleIdx="73" presStyleCnt="100">
        <dgm:presLayoutVars>
          <dgm:chPref val="3"/>
        </dgm:presLayoutVars>
      </dgm:prSet>
      <dgm:spPr/>
    </dgm:pt>
    <dgm:pt modelId="{CDDE9F4C-BF61-4A2F-B124-E5084F31736B}" type="pres">
      <dgm:prSet presAssocID="{EF6F00F5-1175-409A-9417-5352535A790C}" presName="rootConnector1" presStyleLbl="node1" presStyleIdx="0" presStyleCnt="0"/>
      <dgm:spPr/>
    </dgm:pt>
    <dgm:pt modelId="{F8087634-B28C-4EA1-9598-1D9B492F1F6A}" type="pres">
      <dgm:prSet presAssocID="{EF6F00F5-1175-409A-9417-5352535A790C}" presName="hierChild2" presStyleCnt="0"/>
      <dgm:spPr/>
    </dgm:pt>
    <dgm:pt modelId="{41DF5B16-EB2F-4BF0-9131-E7620177AA44}" type="pres">
      <dgm:prSet presAssocID="{EF6F00F5-1175-409A-9417-5352535A790C}" presName="hierChild3" presStyleCnt="0"/>
      <dgm:spPr/>
    </dgm:pt>
    <dgm:pt modelId="{02985E62-F37E-41F9-9AA0-C70C80F26056}" type="pres">
      <dgm:prSet presAssocID="{3E57434B-E507-47E2-962D-C49CA9EB7595}" presName="hierRoot1" presStyleCnt="0">
        <dgm:presLayoutVars>
          <dgm:hierBranch val="init"/>
        </dgm:presLayoutVars>
      </dgm:prSet>
      <dgm:spPr/>
    </dgm:pt>
    <dgm:pt modelId="{574AFD3A-629C-48CC-B93A-808B74554164}" type="pres">
      <dgm:prSet presAssocID="{3E57434B-E507-47E2-962D-C49CA9EB7595}" presName="rootComposite1" presStyleCnt="0"/>
      <dgm:spPr/>
    </dgm:pt>
    <dgm:pt modelId="{89B5BC51-F764-4419-9A74-D455EFFA638C}" type="pres">
      <dgm:prSet presAssocID="{3E57434B-E507-47E2-962D-C49CA9EB7595}" presName="rootText1" presStyleLbl="node0" presStyleIdx="74" presStyleCnt="100">
        <dgm:presLayoutVars>
          <dgm:chPref val="3"/>
        </dgm:presLayoutVars>
      </dgm:prSet>
      <dgm:spPr/>
    </dgm:pt>
    <dgm:pt modelId="{9BBA5A24-5D4A-4E97-96CD-EB1B8F066B2D}" type="pres">
      <dgm:prSet presAssocID="{3E57434B-E507-47E2-962D-C49CA9EB7595}" presName="rootConnector1" presStyleLbl="node1" presStyleIdx="0" presStyleCnt="0"/>
      <dgm:spPr/>
    </dgm:pt>
    <dgm:pt modelId="{E75A4E8F-887E-47C4-8E3F-7B3831CCDEBB}" type="pres">
      <dgm:prSet presAssocID="{3E57434B-E507-47E2-962D-C49CA9EB7595}" presName="hierChild2" presStyleCnt="0"/>
      <dgm:spPr/>
    </dgm:pt>
    <dgm:pt modelId="{7F9235BB-1F15-447E-B22D-1529D0E82784}" type="pres">
      <dgm:prSet presAssocID="{3E57434B-E507-47E2-962D-C49CA9EB7595}" presName="hierChild3" presStyleCnt="0"/>
      <dgm:spPr/>
    </dgm:pt>
    <dgm:pt modelId="{AE27FB7B-78CD-4200-A2A4-742AB9B844D6}" type="pres">
      <dgm:prSet presAssocID="{2A47712A-C10D-45C8-B912-C2565FADAB2B}" presName="hierRoot1" presStyleCnt="0">
        <dgm:presLayoutVars>
          <dgm:hierBranch val="init"/>
        </dgm:presLayoutVars>
      </dgm:prSet>
      <dgm:spPr/>
    </dgm:pt>
    <dgm:pt modelId="{06D46484-4CCA-474E-9A5C-8661A3AA24CF}" type="pres">
      <dgm:prSet presAssocID="{2A47712A-C10D-45C8-B912-C2565FADAB2B}" presName="rootComposite1" presStyleCnt="0"/>
      <dgm:spPr/>
    </dgm:pt>
    <dgm:pt modelId="{E9B7ED02-21CA-4AE9-8E1F-0E2F0B092ADF}" type="pres">
      <dgm:prSet presAssocID="{2A47712A-C10D-45C8-B912-C2565FADAB2B}" presName="rootText1" presStyleLbl="node0" presStyleIdx="75" presStyleCnt="100">
        <dgm:presLayoutVars>
          <dgm:chPref val="3"/>
        </dgm:presLayoutVars>
      </dgm:prSet>
      <dgm:spPr/>
    </dgm:pt>
    <dgm:pt modelId="{416B7791-2016-4851-A23F-3103B104CAB3}" type="pres">
      <dgm:prSet presAssocID="{2A47712A-C10D-45C8-B912-C2565FADAB2B}" presName="rootConnector1" presStyleLbl="node1" presStyleIdx="0" presStyleCnt="0"/>
      <dgm:spPr/>
    </dgm:pt>
    <dgm:pt modelId="{B4C98950-799C-40F8-A6B5-85C2E4FED7EA}" type="pres">
      <dgm:prSet presAssocID="{2A47712A-C10D-45C8-B912-C2565FADAB2B}" presName="hierChild2" presStyleCnt="0"/>
      <dgm:spPr/>
    </dgm:pt>
    <dgm:pt modelId="{CF340924-17E5-4913-AD58-2C3E567964F3}" type="pres">
      <dgm:prSet presAssocID="{2A47712A-C10D-45C8-B912-C2565FADAB2B}" presName="hierChild3" presStyleCnt="0"/>
      <dgm:spPr/>
    </dgm:pt>
    <dgm:pt modelId="{E43788B9-F3EF-424A-8BB8-354564932AD5}" type="pres">
      <dgm:prSet presAssocID="{8EC7FBAC-D17E-4037-908D-B66BC1553982}" presName="hierRoot1" presStyleCnt="0">
        <dgm:presLayoutVars>
          <dgm:hierBranch val="init"/>
        </dgm:presLayoutVars>
      </dgm:prSet>
      <dgm:spPr/>
    </dgm:pt>
    <dgm:pt modelId="{91F74FF7-6ECA-4B8D-AD59-F47CA47CE334}" type="pres">
      <dgm:prSet presAssocID="{8EC7FBAC-D17E-4037-908D-B66BC1553982}" presName="rootComposite1" presStyleCnt="0"/>
      <dgm:spPr/>
    </dgm:pt>
    <dgm:pt modelId="{54E908AA-1CA5-451F-9296-E56462555E71}" type="pres">
      <dgm:prSet presAssocID="{8EC7FBAC-D17E-4037-908D-B66BC1553982}" presName="rootText1" presStyleLbl="node0" presStyleIdx="76" presStyleCnt="100">
        <dgm:presLayoutVars>
          <dgm:chPref val="3"/>
        </dgm:presLayoutVars>
      </dgm:prSet>
      <dgm:spPr/>
    </dgm:pt>
    <dgm:pt modelId="{A8D55124-11FD-4DF2-8216-519B72115604}" type="pres">
      <dgm:prSet presAssocID="{8EC7FBAC-D17E-4037-908D-B66BC1553982}" presName="rootConnector1" presStyleLbl="node1" presStyleIdx="0" presStyleCnt="0"/>
      <dgm:spPr/>
    </dgm:pt>
    <dgm:pt modelId="{F2A79E7A-809B-4C41-892B-C694CD856F60}" type="pres">
      <dgm:prSet presAssocID="{8EC7FBAC-D17E-4037-908D-B66BC1553982}" presName="hierChild2" presStyleCnt="0"/>
      <dgm:spPr/>
    </dgm:pt>
    <dgm:pt modelId="{A1EE47F3-9E64-4092-9F35-61E92A8A456A}" type="pres">
      <dgm:prSet presAssocID="{8EC7FBAC-D17E-4037-908D-B66BC1553982}" presName="hierChild3" presStyleCnt="0"/>
      <dgm:spPr/>
    </dgm:pt>
    <dgm:pt modelId="{31C28E78-CB75-4B3C-AAAE-B656465BD0F9}" type="pres">
      <dgm:prSet presAssocID="{FE82A106-C03A-4B06-8CBA-B71C4931DD73}" presName="hierRoot1" presStyleCnt="0">
        <dgm:presLayoutVars>
          <dgm:hierBranch val="init"/>
        </dgm:presLayoutVars>
      </dgm:prSet>
      <dgm:spPr/>
    </dgm:pt>
    <dgm:pt modelId="{3D52C549-E2E1-4D81-B9D0-6C0A5C616689}" type="pres">
      <dgm:prSet presAssocID="{FE82A106-C03A-4B06-8CBA-B71C4931DD73}" presName="rootComposite1" presStyleCnt="0"/>
      <dgm:spPr/>
    </dgm:pt>
    <dgm:pt modelId="{C3EEDD17-2758-4B26-B41A-56655266E772}" type="pres">
      <dgm:prSet presAssocID="{FE82A106-C03A-4B06-8CBA-B71C4931DD73}" presName="rootText1" presStyleLbl="node0" presStyleIdx="77" presStyleCnt="100">
        <dgm:presLayoutVars>
          <dgm:chPref val="3"/>
        </dgm:presLayoutVars>
      </dgm:prSet>
      <dgm:spPr/>
    </dgm:pt>
    <dgm:pt modelId="{9A06AC39-4CBF-4BC1-9354-50A2EAA4A9A4}" type="pres">
      <dgm:prSet presAssocID="{FE82A106-C03A-4B06-8CBA-B71C4931DD73}" presName="rootConnector1" presStyleLbl="node1" presStyleIdx="0" presStyleCnt="0"/>
      <dgm:spPr/>
    </dgm:pt>
    <dgm:pt modelId="{D1F62F2B-F419-4B05-88F1-5FF3383BD968}" type="pres">
      <dgm:prSet presAssocID="{FE82A106-C03A-4B06-8CBA-B71C4931DD73}" presName="hierChild2" presStyleCnt="0"/>
      <dgm:spPr/>
    </dgm:pt>
    <dgm:pt modelId="{9EB9C555-AB40-4BBC-918A-4D420E7409AA}" type="pres">
      <dgm:prSet presAssocID="{FE82A106-C03A-4B06-8CBA-B71C4931DD73}" presName="hierChild3" presStyleCnt="0"/>
      <dgm:spPr/>
    </dgm:pt>
    <dgm:pt modelId="{F8DA6E4E-F905-4534-8636-86E67A0AF442}" type="pres">
      <dgm:prSet presAssocID="{95FE218B-7BAF-4D02-A0CA-0950864BEC90}" presName="hierRoot1" presStyleCnt="0">
        <dgm:presLayoutVars>
          <dgm:hierBranch val="init"/>
        </dgm:presLayoutVars>
      </dgm:prSet>
      <dgm:spPr/>
    </dgm:pt>
    <dgm:pt modelId="{8094FFB3-9AF1-425D-9F40-AA2A5F0E6A56}" type="pres">
      <dgm:prSet presAssocID="{95FE218B-7BAF-4D02-A0CA-0950864BEC90}" presName="rootComposite1" presStyleCnt="0"/>
      <dgm:spPr/>
    </dgm:pt>
    <dgm:pt modelId="{C5975CE5-9CED-405F-AD87-E58F317B5F0A}" type="pres">
      <dgm:prSet presAssocID="{95FE218B-7BAF-4D02-A0CA-0950864BEC90}" presName="rootText1" presStyleLbl="node0" presStyleIdx="78" presStyleCnt="100">
        <dgm:presLayoutVars>
          <dgm:chPref val="3"/>
        </dgm:presLayoutVars>
      </dgm:prSet>
      <dgm:spPr/>
    </dgm:pt>
    <dgm:pt modelId="{46EF5949-0434-46CB-B505-1494A91C8B0C}" type="pres">
      <dgm:prSet presAssocID="{95FE218B-7BAF-4D02-A0CA-0950864BEC90}" presName="rootConnector1" presStyleLbl="node1" presStyleIdx="0" presStyleCnt="0"/>
      <dgm:spPr/>
    </dgm:pt>
    <dgm:pt modelId="{528F380B-5F1C-4642-9D69-D000E11BD818}" type="pres">
      <dgm:prSet presAssocID="{95FE218B-7BAF-4D02-A0CA-0950864BEC90}" presName="hierChild2" presStyleCnt="0"/>
      <dgm:spPr/>
    </dgm:pt>
    <dgm:pt modelId="{6CED9322-6B0E-4DAF-AF51-28DE7392787F}" type="pres">
      <dgm:prSet presAssocID="{95FE218B-7BAF-4D02-A0CA-0950864BEC90}" presName="hierChild3" presStyleCnt="0"/>
      <dgm:spPr/>
    </dgm:pt>
    <dgm:pt modelId="{D9D1D88C-DD71-46E9-897F-CAE66B8219AE}" type="pres">
      <dgm:prSet presAssocID="{FF88409E-7107-4BCA-8454-FA02F038BBD3}" presName="hierRoot1" presStyleCnt="0">
        <dgm:presLayoutVars>
          <dgm:hierBranch val="init"/>
        </dgm:presLayoutVars>
      </dgm:prSet>
      <dgm:spPr/>
    </dgm:pt>
    <dgm:pt modelId="{9AE61306-54BB-40CD-B563-FAA928344910}" type="pres">
      <dgm:prSet presAssocID="{FF88409E-7107-4BCA-8454-FA02F038BBD3}" presName="rootComposite1" presStyleCnt="0"/>
      <dgm:spPr/>
    </dgm:pt>
    <dgm:pt modelId="{3FA08A3C-62D8-44EB-B0B0-DC3647A42C75}" type="pres">
      <dgm:prSet presAssocID="{FF88409E-7107-4BCA-8454-FA02F038BBD3}" presName="rootText1" presStyleLbl="node0" presStyleIdx="79" presStyleCnt="100">
        <dgm:presLayoutVars>
          <dgm:chPref val="3"/>
        </dgm:presLayoutVars>
      </dgm:prSet>
      <dgm:spPr/>
    </dgm:pt>
    <dgm:pt modelId="{E1961403-3690-4E30-892C-027A435CBBFF}" type="pres">
      <dgm:prSet presAssocID="{FF88409E-7107-4BCA-8454-FA02F038BBD3}" presName="rootConnector1" presStyleLbl="node1" presStyleIdx="0" presStyleCnt="0"/>
      <dgm:spPr/>
    </dgm:pt>
    <dgm:pt modelId="{A51297E1-3526-4C8D-AB97-48409D1C963E}" type="pres">
      <dgm:prSet presAssocID="{FF88409E-7107-4BCA-8454-FA02F038BBD3}" presName="hierChild2" presStyleCnt="0"/>
      <dgm:spPr/>
    </dgm:pt>
    <dgm:pt modelId="{2F6F1601-499B-4693-9150-BDA822CD5095}" type="pres">
      <dgm:prSet presAssocID="{FF88409E-7107-4BCA-8454-FA02F038BBD3}" presName="hierChild3" presStyleCnt="0"/>
      <dgm:spPr/>
    </dgm:pt>
    <dgm:pt modelId="{0FDD3A97-BDEA-4C7D-944C-E0D9DA045355}" type="pres">
      <dgm:prSet presAssocID="{4501777F-ADE0-4544-AB4C-3F3564ECAFBE}" presName="hierRoot1" presStyleCnt="0">
        <dgm:presLayoutVars>
          <dgm:hierBranch val="init"/>
        </dgm:presLayoutVars>
      </dgm:prSet>
      <dgm:spPr/>
    </dgm:pt>
    <dgm:pt modelId="{9AA89D91-5FED-486E-9278-1F40517DE32E}" type="pres">
      <dgm:prSet presAssocID="{4501777F-ADE0-4544-AB4C-3F3564ECAFBE}" presName="rootComposite1" presStyleCnt="0"/>
      <dgm:spPr/>
    </dgm:pt>
    <dgm:pt modelId="{F4BC4DCB-5F59-40B4-BD0C-A67FFB18D73A}" type="pres">
      <dgm:prSet presAssocID="{4501777F-ADE0-4544-AB4C-3F3564ECAFBE}" presName="rootText1" presStyleLbl="node0" presStyleIdx="80" presStyleCnt="100">
        <dgm:presLayoutVars>
          <dgm:chPref val="3"/>
        </dgm:presLayoutVars>
      </dgm:prSet>
      <dgm:spPr/>
    </dgm:pt>
    <dgm:pt modelId="{747D4988-4801-4512-A023-0DEB6DA79593}" type="pres">
      <dgm:prSet presAssocID="{4501777F-ADE0-4544-AB4C-3F3564ECAFBE}" presName="rootConnector1" presStyleLbl="node1" presStyleIdx="0" presStyleCnt="0"/>
      <dgm:spPr/>
    </dgm:pt>
    <dgm:pt modelId="{5499A4F1-9215-4588-81D1-3535ED103D50}" type="pres">
      <dgm:prSet presAssocID="{4501777F-ADE0-4544-AB4C-3F3564ECAFBE}" presName="hierChild2" presStyleCnt="0"/>
      <dgm:spPr/>
    </dgm:pt>
    <dgm:pt modelId="{E218338F-B7B4-4E2D-9588-8402932522A6}" type="pres">
      <dgm:prSet presAssocID="{4501777F-ADE0-4544-AB4C-3F3564ECAFBE}" presName="hierChild3" presStyleCnt="0"/>
      <dgm:spPr/>
    </dgm:pt>
    <dgm:pt modelId="{998405BC-3E89-4EE8-868D-130F3EF2D3DB}" type="pres">
      <dgm:prSet presAssocID="{3B5C51BA-20F2-4D97-B53E-68A36C71356D}" presName="hierRoot1" presStyleCnt="0">
        <dgm:presLayoutVars>
          <dgm:hierBranch val="init"/>
        </dgm:presLayoutVars>
      </dgm:prSet>
      <dgm:spPr/>
    </dgm:pt>
    <dgm:pt modelId="{E934268D-7689-4963-8145-DA4474AD0200}" type="pres">
      <dgm:prSet presAssocID="{3B5C51BA-20F2-4D97-B53E-68A36C71356D}" presName="rootComposite1" presStyleCnt="0"/>
      <dgm:spPr/>
    </dgm:pt>
    <dgm:pt modelId="{4C1D29F6-47EB-4917-8F63-5F430B1394F6}" type="pres">
      <dgm:prSet presAssocID="{3B5C51BA-20F2-4D97-B53E-68A36C71356D}" presName="rootText1" presStyleLbl="node0" presStyleIdx="81" presStyleCnt="100">
        <dgm:presLayoutVars>
          <dgm:chPref val="3"/>
        </dgm:presLayoutVars>
      </dgm:prSet>
      <dgm:spPr/>
    </dgm:pt>
    <dgm:pt modelId="{2B7C1A4C-8C9C-46CD-AF67-1CCB4926F3D9}" type="pres">
      <dgm:prSet presAssocID="{3B5C51BA-20F2-4D97-B53E-68A36C71356D}" presName="rootConnector1" presStyleLbl="node1" presStyleIdx="0" presStyleCnt="0"/>
      <dgm:spPr/>
    </dgm:pt>
    <dgm:pt modelId="{A7AE3CD5-A390-4CB6-951C-CAEFC8F233B0}" type="pres">
      <dgm:prSet presAssocID="{3B5C51BA-20F2-4D97-B53E-68A36C71356D}" presName="hierChild2" presStyleCnt="0"/>
      <dgm:spPr/>
    </dgm:pt>
    <dgm:pt modelId="{AD5B74D9-5A33-46FD-80C7-F85811490560}" type="pres">
      <dgm:prSet presAssocID="{3B5C51BA-20F2-4D97-B53E-68A36C71356D}" presName="hierChild3" presStyleCnt="0"/>
      <dgm:spPr/>
    </dgm:pt>
    <dgm:pt modelId="{74E580A9-B0A2-41F4-BDE7-3D528488C8DD}" type="pres">
      <dgm:prSet presAssocID="{70C2AC3B-40E7-4C28-A151-19CE6319A06A}" presName="hierRoot1" presStyleCnt="0">
        <dgm:presLayoutVars>
          <dgm:hierBranch val="init"/>
        </dgm:presLayoutVars>
      </dgm:prSet>
      <dgm:spPr/>
    </dgm:pt>
    <dgm:pt modelId="{3FE14B83-7198-48D2-BACA-E8649A7EEB3D}" type="pres">
      <dgm:prSet presAssocID="{70C2AC3B-40E7-4C28-A151-19CE6319A06A}" presName="rootComposite1" presStyleCnt="0"/>
      <dgm:spPr/>
    </dgm:pt>
    <dgm:pt modelId="{E31E2CFB-96CF-4BBE-8BFA-995E74090023}" type="pres">
      <dgm:prSet presAssocID="{70C2AC3B-40E7-4C28-A151-19CE6319A06A}" presName="rootText1" presStyleLbl="node0" presStyleIdx="82" presStyleCnt="100">
        <dgm:presLayoutVars>
          <dgm:chPref val="3"/>
        </dgm:presLayoutVars>
      </dgm:prSet>
      <dgm:spPr/>
    </dgm:pt>
    <dgm:pt modelId="{9D71FE87-42AF-4DBC-B58A-E71EE55DFD27}" type="pres">
      <dgm:prSet presAssocID="{70C2AC3B-40E7-4C28-A151-19CE6319A06A}" presName="rootConnector1" presStyleLbl="node1" presStyleIdx="0" presStyleCnt="0"/>
      <dgm:spPr/>
    </dgm:pt>
    <dgm:pt modelId="{DC071304-27A2-4E1B-A02D-48DD9FA0E3C7}" type="pres">
      <dgm:prSet presAssocID="{70C2AC3B-40E7-4C28-A151-19CE6319A06A}" presName="hierChild2" presStyleCnt="0"/>
      <dgm:spPr/>
    </dgm:pt>
    <dgm:pt modelId="{38F75949-21D8-45E6-AEF1-EC68D3562D3A}" type="pres">
      <dgm:prSet presAssocID="{70C2AC3B-40E7-4C28-A151-19CE6319A06A}" presName="hierChild3" presStyleCnt="0"/>
      <dgm:spPr/>
    </dgm:pt>
    <dgm:pt modelId="{1F5FDE1F-FE22-4A44-84FC-E20E48567E2B}" type="pres">
      <dgm:prSet presAssocID="{74A2E348-2585-4684-9E45-B6274390763C}" presName="hierRoot1" presStyleCnt="0">
        <dgm:presLayoutVars>
          <dgm:hierBranch val="init"/>
        </dgm:presLayoutVars>
      </dgm:prSet>
      <dgm:spPr/>
    </dgm:pt>
    <dgm:pt modelId="{0F251142-CE20-4C0A-9D7A-C3949C67A74C}" type="pres">
      <dgm:prSet presAssocID="{74A2E348-2585-4684-9E45-B6274390763C}" presName="rootComposite1" presStyleCnt="0"/>
      <dgm:spPr/>
    </dgm:pt>
    <dgm:pt modelId="{CA944095-1481-4C56-91DE-2B702C8E9B9C}" type="pres">
      <dgm:prSet presAssocID="{74A2E348-2585-4684-9E45-B6274390763C}" presName="rootText1" presStyleLbl="node0" presStyleIdx="83" presStyleCnt="100">
        <dgm:presLayoutVars>
          <dgm:chPref val="3"/>
        </dgm:presLayoutVars>
      </dgm:prSet>
      <dgm:spPr/>
    </dgm:pt>
    <dgm:pt modelId="{CB746C26-06FB-406B-BEF5-083E22CAB091}" type="pres">
      <dgm:prSet presAssocID="{74A2E348-2585-4684-9E45-B6274390763C}" presName="rootConnector1" presStyleLbl="node1" presStyleIdx="0" presStyleCnt="0"/>
      <dgm:spPr/>
    </dgm:pt>
    <dgm:pt modelId="{75276017-6A62-4940-80B8-1F6EE52ED94E}" type="pres">
      <dgm:prSet presAssocID="{74A2E348-2585-4684-9E45-B6274390763C}" presName="hierChild2" presStyleCnt="0"/>
      <dgm:spPr/>
    </dgm:pt>
    <dgm:pt modelId="{1488EA04-BB18-4EAC-834D-BA14C9D32473}" type="pres">
      <dgm:prSet presAssocID="{74A2E348-2585-4684-9E45-B6274390763C}" presName="hierChild3" presStyleCnt="0"/>
      <dgm:spPr/>
    </dgm:pt>
    <dgm:pt modelId="{16A0113D-4C32-40CA-B479-13E568497DE1}" type="pres">
      <dgm:prSet presAssocID="{A86D5B83-18E3-44C6-AA8F-8C9A578668F8}" presName="hierRoot1" presStyleCnt="0">
        <dgm:presLayoutVars>
          <dgm:hierBranch val="init"/>
        </dgm:presLayoutVars>
      </dgm:prSet>
      <dgm:spPr/>
    </dgm:pt>
    <dgm:pt modelId="{D77C8781-6E23-4335-BBCA-8B5C362D750C}" type="pres">
      <dgm:prSet presAssocID="{A86D5B83-18E3-44C6-AA8F-8C9A578668F8}" presName="rootComposite1" presStyleCnt="0"/>
      <dgm:spPr/>
    </dgm:pt>
    <dgm:pt modelId="{36FE831C-08DF-4EA0-AA18-28764207F24E}" type="pres">
      <dgm:prSet presAssocID="{A86D5B83-18E3-44C6-AA8F-8C9A578668F8}" presName="rootText1" presStyleLbl="node0" presStyleIdx="84" presStyleCnt="100">
        <dgm:presLayoutVars>
          <dgm:chPref val="3"/>
        </dgm:presLayoutVars>
      </dgm:prSet>
      <dgm:spPr/>
    </dgm:pt>
    <dgm:pt modelId="{91711E49-5CA0-469C-896B-288FEDC528E0}" type="pres">
      <dgm:prSet presAssocID="{A86D5B83-18E3-44C6-AA8F-8C9A578668F8}" presName="rootConnector1" presStyleLbl="node1" presStyleIdx="0" presStyleCnt="0"/>
      <dgm:spPr/>
    </dgm:pt>
    <dgm:pt modelId="{07B14A46-5693-4A92-874F-75D48911BECE}" type="pres">
      <dgm:prSet presAssocID="{A86D5B83-18E3-44C6-AA8F-8C9A578668F8}" presName="hierChild2" presStyleCnt="0"/>
      <dgm:spPr/>
    </dgm:pt>
    <dgm:pt modelId="{4434E357-9E29-41D3-BC48-C1B0012B48AD}" type="pres">
      <dgm:prSet presAssocID="{A86D5B83-18E3-44C6-AA8F-8C9A578668F8}" presName="hierChild3" presStyleCnt="0"/>
      <dgm:spPr/>
    </dgm:pt>
    <dgm:pt modelId="{0ADD37E9-3052-41D4-99F9-B9D7A3A4DAF7}" type="pres">
      <dgm:prSet presAssocID="{4D6D9C0F-6B8B-45DF-9993-8B7551B4516C}" presName="hierRoot1" presStyleCnt="0">
        <dgm:presLayoutVars>
          <dgm:hierBranch val="init"/>
        </dgm:presLayoutVars>
      </dgm:prSet>
      <dgm:spPr/>
    </dgm:pt>
    <dgm:pt modelId="{B360A942-72F7-4AE5-9B43-1BD223D9A765}" type="pres">
      <dgm:prSet presAssocID="{4D6D9C0F-6B8B-45DF-9993-8B7551B4516C}" presName="rootComposite1" presStyleCnt="0"/>
      <dgm:spPr/>
    </dgm:pt>
    <dgm:pt modelId="{EEA65496-53B7-45A7-9A75-549FAD3927D1}" type="pres">
      <dgm:prSet presAssocID="{4D6D9C0F-6B8B-45DF-9993-8B7551B4516C}" presName="rootText1" presStyleLbl="node0" presStyleIdx="85" presStyleCnt="100">
        <dgm:presLayoutVars>
          <dgm:chPref val="3"/>
        </dgm:presLayoutVars>
      </dgm:prSet>
      <dgm:spPr/>
    </dgm:pt>
    <dgm:pt modelId="{2AD6710F-0B06-4B38-B78B-5EEDDE7CA990}" type="pres">
      <dgm:prSet presAssocID="{4D6D9C0F-6B8B-45DF-9993-8B7551B4516C}" presName="rootConnector1" presStyleLbl="node1" presStyleIdx="0" presStyleCnt="0"/>
      <dgm:spPr/>
    </dgm:pt>
    <dgm:pt modelId="{59B0402D-05F5-49B3-B2C0-082E7C27043B}" type="pres">
      <dgm:prSet presAssocID="{4D6D9C0F-6B8B-45DF-9993-8B7551B4516C}" presName="hierChild2" presStyleCnt="0"/>
      <dgm:spPr/>
    </dgm:pt>
    <dgm:pt modelId="{F543E3DE-8928-4F49-9AFA-CDD8EF81ACEE}" type="pres">
      <dgm:prSet presAssocID="{4D6D9C0F-6B8B-45DF-9993-8B7551B4516C}" presName="hierChild3" presStyleCnt="0"/>
      <dgm:spPr/>
    </dgm:pt>
    <dgm:pt modelId="{4B70FE6C-3A0A-4EC9-8697-01E5FE37A3BF}" type="pres">
      <dgm:prSet presAssocID="{3C22FC63-22AE-4534-9CDB-374655E17296}" presName="hierRoot1" presStyleCnt="0">
        <dgm:presLayoutVars>
          <dgm:hierBranch val="init"/>
        </dgm:presLayoutVars>
      </dgm:prSet>
      <dgm:spPr/>
    </dgm:pt>
    <dgm:pt modelId="{7FCB314D-82D2-4EDA-ABE8-B337BC2BD0CB}" type="pres">
      <dgm:prSet presAssocID="{3C22FC63-22AE-4534-9CDB-374655E17296}" presName="rootComposite1" presStyleCnt="0"/>
      <dgm:spPr/>
    </dgm:pt>
    <dgm:pt modelId="{DAAB4BAC-7024-4DD8-BB2D-1AC8451051FB}" type="pres">
      <dgm:prSet presAssocID="{3C22FC63-22AE-4534-9CDB-374655E17296}" presName="rootText1" presStyleLbl="node0" presStyleIdx="86" presStyleCnt="100">
        <dgm:presLayoutVars>
          <dgm:chPref val="3"/>
        </dgm:presLayoutVars>
      </dgm:prSet>
      <dgm:spPr/>
    </dgm:pt>
    <dgm:pt modelId="{D719DC07-126C-49EA-AFB1-B95D26941EF3}" type="pres">
      <dgm:prSet presAssocID="{3C22FC63-22AE-4534-9CDB-374655E17296}" presName="rootConnector1" presStyleLbl="node1" presStyleIdx="0" presStyleCnt="0"/>
      <dgm:spPr/>
    </dgm:pt>
    <dgm:pt modelId="{B60CB46A-3FC6-4C63-9138-DE7581D643B9}" type="pres">
      <dgm:prSet presAssocID="{3C22FC63-22AE-4534-9CDB-374655E17296}" presName="hierChild2" presStyleCnt="0"/>
      <dgm:spPr/>
    </dgm:pt>
    <dgm:pt modelId="{D2A036EF-A10F-4211-B07B-6F44FA3D8A8B}" type="pres">
      <dgm:prSet presAssocID="{3C22FC63-22AE-4534-9CDB-374655E17296}" presName="hierChild3" presStyleCnt="0"/>
      <dgm:spPr/>
    </dgm:pt>
    <dgm:pt modelId="{B1059BC4-BF06-4392-9E86-753A08CB5EC6}" type="pres">
      <dgm:prSet presAssocID="{8C1588ED-6030-4163-84BE-D1A3F334A0F5}" presName="hierRoot1" presStyleCnt="0">
        <dgm:presLayoutVars>
          <dgm:hierBranch val="init"/>
        </dgm:presLayoutVars>
      </dgm:prSet>
      <dgm:spPr/>
    </dgm:pt>
    <dgm:pt modelId="{91F92938-748A-4DD5-A414-CFC9E269FC2D}" type="pres">
      <dgm:prSet presAssocID="{8C1588ED-6030-4163-84BE-D1A3F334A0F5}" presName="rootComposite1" presStyleCnt="0"/>
      <dgm:spPr/>
    </dgm:pt>
    <dgm:pt modelId="{E0A6413E-321C-4214-BDF7-FF613051E547}" type="pres">
      <dgm:prSet presAssocID="{8C1588ED-6030-4163-84BE-D1A3F334A0F5}" presName="rootText1" presStyleLbl="node0" presStyleIdx="87" presStyleCnt="100">
        <dgm:presLayoutVars>
          <dgm:chPref val="3"/>
        </dgm:presLayoutVars>
      </dgm:prSet>
      <dgm:spPr/>
    </dgm:pt>
    <dgm:pt modelId="{DB9E7AA4-0F5E-4FD2-AE80-ED468FEB3C3C}" type="pres">
      <dgm:prSet presAssocID="{8C1588ED-6030-4163-84BE-D1A3F334A0F5}" presName="rootConnector1" presStyleLbl="node1" presStyleIdx="0" presStyleCnt="0"/>
      <dgm:spPr/>
    </dgm:pt>
    <dgm:pt modelId="{99728598-275D-4146-B91E-82E032607138}" type="pres">
      <dgm:prSet presAssocID="{8C1588ED-6030-4163-84BE-D1A3F334A0F5}" presName="hierChild2" presStyleCnt="0"/>
      <dgm:spPr/>
    </dgm:pt>
    <dgm:pt modelId="{D81EF00D-48E9-4CDF-84C8-BE7822B6946E}" type="pres">
      <dgm:prSet presAssocID="{8C1588ED-6030-4163-84BE-D1A3F334A0F5}" presName="hierChild3" presStyleCnt="0"/>
      <dgm:spPr/>
    </dgm:pt>
    <dgm:pt modelId="{C55370D6-3A40-4259-899D-B586136EEDFB}" type="pres">
      <dgm:prSet presAssocID="{DA4548FF-54DD-4AED-9C82-D731A7B8536F}" presName="hierRoot1" presStyleCnt="0">
        <dgm:presLayoutVars>
          <dgm:hierBranch val="init"/>
        </dgm:presLayoutVars>
      </dgm:prSet>
      <dgm:spPr/>
    </dgm:pt>
    <dgm:pt modelId="{A28280C6-588C-4E84-8852-4ABDFE499ECD}" type="pres">
      <dgm:prSet presAssocID="{DA4548FF-54DD-4AED-9C82-D731A7B8536F}" presName="rootComposite1" presStyleCnt="0"/>
      <dgm:spPr/>
    </dgm:pt>
    <dgm:pt modelId="{ABE3E90C-3AA7-4F7A-AE69-A24FABEB8A6A}" type="pres">
      <dgm:prSet presAssocID="{DA4548FF-54DD-4AED-9C82-D731A7B8536F}" presName="rootText1" presStyleLbl="node0" presStyleIdx="88" presStyleCnt="100">
        <dgm:presLayoutVars>
          <dgm:chPref val="3"/>
        </dgm:presLayoutVars>
      </dgm:prSet>
      <dgm:spPr/>
    </dgm:pt>
    <dgm:pt modelId="{65711EF3-DB0F-4FF7-9706-BE02B961E950}" type="pres">
      <dgm:prSet presAssocID="{DA4548FF-54DD-4AED-9C82-D731A7B8536F}" presName="rootConnector1" presStyleLbl="node1" presStyleIdx="0" presStyleCnt="0"/>
      <dgm:spPr/>
    </dgm:pt>
    <dgm:pt modelId="{B9C42BC6-21FB-48B4-832B-E6C795D3B98D}" type="pres">
      <dgm:prSet presAssocID="{DA4548FF-54DD-4AED-9C82-D731A7B8536F}" presName="hierChild2" presStyleCnt="0"/>
      <dgm:spPr/>
    </dgm:pt>
    <dgm:pt modelId="{9E3CC6CB-69D3-4BA8-B41B-4385C801836F}" type="pres">
      <dgm:prSet presAssocID="{DA4548FF-54DD-4AED-9C82-D731A7B8536F}" presName="hierChild3" presStyleCnt="0"/>
      <dgm:spPr/>
    </dgm:pt>
    <dgm:pt modelId="{0108F177-A541-45B5-8850-8309CD5CF875}" type="pres">
      <dgm:prSet presAssocID="{48D9226B-0288-41D7-8BB1-9DAB07FD4C9E}" presName="hierRoot1" presStyleCnt="0">
        <dgm:presLayoutVars>
          <dgm:hierBranch val="init"/>
        </dgm:presLayoutVars>
      </dgm:prSet>
      <dgm:spPr/>
    </dgm:pt>
    <dgm:pt modelId="{2DCCFCE9-B1B6-47CF-B16F-BFDE9EC439E1}" type="pres">
      <dgm:prSet presAssocID="{48D9226B-0288-41D7-8BB1-9DAB07FD4C9E}" presName="rootComposite1" presStyleCnt="0"/>
      <dgm:spPr/>
    </dgm:pt>
    <dgm:pt modelId="{8ADC61B0-B3A7-4EA3-897D-9C022C9F50C2}" type="pres">
      <dgm:prSet presAssocID="{48D9226B-0288-41D7-8BB1-9DAB07FD4C9E}" presName="rootText1" presStyleLbl="node0" presStyleIdx="89" presStyleCnt="100">
        <dgm:presLayoutVars>
          <dgm:chPref val="3"/>
        </dgm:presLayoutVars>
      </dgm:prSet>
      <dgm:spPr/>
    </dgm:pt>
    <dgm:pt modelId="{BBD3276B-0428-4A61-B55E-3001B97EB798}" type="pres">
      <dgm:prSet presAssocID="{48D9226B-0288-41D7-8BB1-9DAB07FD4C9E}" presName="rootConnector1" presStyleLbl="node1" presStyleIdx="0" presStyleCnt="0"/>
      <dgm:spPr/>
    </dgm:pt>
    <dgm:pt modelId="{D1D28E71-F6A1-436D-ADC5-C55C8A30DCB0}" type="pres">
      <dgm:prSet presAssocID="{48D9226B-0288-41D7-8BB1-9DAB07FD4C9E}" presName="hierChild2" presStyleCnt="0"/>
      <dgm:spPr/>
    </dgm:pt>
    <dgm:pt modelId="{30F04C18-4896-485D-976D-C61D6DD4F6B7}" type="pres">
      <dgm:prSet presAssocID="{48D9226B-0288-41D7-8BB1-9DAB07FD4C9E}" presName="hierChild3" presStyleCnt="0"/>
      <dgm:spPr/>
    </dgm:pt>
    <dgm:pt modelId="{2D6C51BB-E74D-4850-8BC8-E1B61378EF73}" type="pres">
      <dgm:prSet presAssocID="{9CE69DD3-DF9A-4930-A484-7DF12DFAB011}" presName="hierRoot1" presStyleCnt="0">
        <dgm:presLayoutVars>
          <dgm:hierBranch val="init"/>
        </dgm:presLayoutVars>
      </dgm:prSet>
      <dgm:spPr/>
    </dgm:pt>
    <dgm:pt modelId="{FD05124E-79E3-49EC-8A04-61AE31CF95B2}" type="pres">
      <dgm:prSet presAssocID="{9CE69DD3-DF9A-4930-A484-7DF12DFAB011}" presName="rootComposite1" presStyleCnt="0"/>
      <dgm:spPr/>
    </dgm:pt>
    <dgm:pt modelId="{02A79B9D-0262-43DB-8C7F-F8294077002A}" type="pres">
      <dgm:prSet presAssocID="{9CE69DD3-DF9A-4930-A484-7DF12DFAB011}" presName="rootText1" presStyleLbl="node0" presStyleIdx="90" presStyleCnt="100">
        <dgm:presLayoutVars>
          <dgm:chPref val="3"/>
        </dgm:presLayoutVars>
      </dgm:prSet>
      <dgm:spPr/>
    </dgm:pt>
    <dgm:pt modelId="{EC42351A-BBF5-4BD5-928D-F898091D495E}" type="pres">
      <dgm:prSet presAssocID="{9CE69DD3-DF9A-4930-A484-7DF12DFAB011}" presName="rootConnector1" presStyleLbl="node1" presStyleIdx="0" presStyleCnt="0"/>
      <dgm:spPr/>
    </dgm:pt>
    <dgm:pt modelId="{0D1D78BA-9630-471A-BE92-FEABA4449DD7}" type="pres">
      <dgm:prSet presAssocID="{9CE69DD3-DF9A-4930-A484-7DF12DFAB011}" presName="hierChild2" presStyleCnt="0"/>
      <dgm:spPr/>
    </dgm:pt>
    <dgm:pt modelId="{0AA42844-500C-4B92-8FF3-5EFEBBC8E111}" type="pres">
      <dgm:prSet presAssocID="{9CE69DD3-DF9A-4930-A484-7DF12DFAB011}" presName="hierChild3" presStyleCnt="0"/>
      <dgm:spPr/>
    </dgm:pt>
    <dgm:pt modelId="{8B3DD031-9469-43C9-BCA3-744E31064078}" type="pres">
      <dgm:prSet presAssocID="{04305B27-20B6-4005-B550-83A33319EEE0}" presName="hierRoot1" presStyleCnt="0">
        <dgm:presLayoutVars>
          <dgm:hierBranch val="init"/>
        </dgm:presLayoutVars>
      </dgm:prSet>
      <dgm:spPr/>
    </dgm:pt>
    <dgm:pt modelId="{34D5FD72-D3B9-42DF-9610-6A159C8734AC}" type="pres">
      <dgm:prSet presAssocID="{04305B27-20B6-4005-B550-83A33319EEE0}" presName="rootComposite1" presStyleCnt="0"/>
      <dgm:spPr/>
    </dgm:pt>
    <dgm:pt modelId="{E0B4B164-8F67-4BDD-A919-172157D65FDB}" type="pres">
      <dgm:prSet presAssocID="{04305B27-20B6-4005-B550-83A33319EEE0}" presName="rootText1" presStyleLbl="node0" presStyleIdx="91" presStyleCnt="100">
        <dgm:presLayoutVars>
          <dgm:chPref val="3"/>
        </dgm:presLayoutVars>
      </dgm:prSet>
      <dgm:spPr/>
    </dgm:pt>
    <dgm:pt modelId="{994FD4D9-2BFA-4D5B-AB7E-7B8055DD511F}" type="pres">
      <dgm:prSet presAssocID="{04305B27-20B6-4005-B550-83A33319EEE0}" presName="rootConnector1" presStyleLbl="node1" presStyleIdx="0" presStyleCnt="0"/>
      <dgm:spPr/>
    </dgm:pt>
    <dgm:pt modelId="{824EDF4C-F632-4814-9014-600ACBB15EA5}" type="pres">
      <dgm:prSet presAssocID="{04305B27-20B6-4005-B550-83A33319EEE0}" presName="hierChild2" presStyleCnt="0"/>
      <dgm:spPr/>
    </dgm:pt>
    <dgm:pt modelId="{941D391F-EE2B-46E7-BE7B-9A1B2F6150D7}" type="pres">
      <dgm:prSet presAssocID="{04305B27-20B6-4005-B550-83A33319EEE0}" presName="hierChild3" presStyleCnt="0"/>
      <dgm:spPr/>
    </dgm:pt>
    <dgm:pt modelId="{BB2860B0-D3E5-4B43-A1F1-0CB9FB9B0B2B}" type="pres">
      <dgm:prSet presAssocID="{063A922E-988D-44FB-8812-0BE19C35C173}" presName="hierRoot1" presStyleCnt="0">
        <dgm:presLayoutVars>
          <dgm:hierBranch val="init"/>
        </dgm:presLayoutVars>
      </dgm:prSet>
      <dgm:spPr/>
    </dgm:pt>
    <dgm:pt modelId="{E520AF3B-E1C9-463F-8232-A283B6FD2A33}" type="pres">
      <dgm:prSet presAssocID="{063A922E-988D-44FB-8812-0BE19C35C173}" presName="rootComposite1" presStyleCnt="0"/>
      <dgm:spPr/>
    </dgm:pt>
    <dgm:pt modelId="{866617BF-7C18-4887-A381-E9EBD05A2DAD}" type="pres">
      <dgm:prSet presAssocID="{063A922E-988D-44FB-8812-0BE19C35C173}" presName="rootText1" presStyleLbl="node0" presStyleIdx="92" presStyleCnt="100">
        <dgm:presLayoutVars>
          <dgm:chPref val="3"/>
        </dgm:presLayoutVars>
      </dgm:prSet>
      <dgm:spPr/>
    </dgm:pt>
    <dgm:pt modelId="{A3A141E2-5F1D-46DC-8036-3BCEEE27DE86}" type="pres">
      <dgm:prSet presAssocID="{063A922E-988D-44FB-8812-0BE19C35C173}" presName="rootConnector1" presStyleLbl="node1" presStyleIdx="0" presStyleCnt="0"/>
      <dgm:spPr/>
    </dgm:pt>
    <dgm:pt modelId="{D3EBFB9B-80B0-41A3-B806-34C5AE87AEA0}" type="pres">
      <dgm:prSet presAssocID="{063A922E-988D-44FB-8812-0BE19C35C173}" presName="hierChild2" presStyleCnt="0"/>
      <dgm:spPr/>
    </dgm:pt>
    <dgm:pt modelId="{4C3C32D9-FD18-4B79-9CB8-B63B6AF3BCDF}" type="pres">
      <dgm:prSet presAssocID="{063A922E-988D-44FB-8812-0BE19C35C173}" presName="hierChild3" presStyleCnt="0"/>
      <dgm:spPr/>
    </dgm:pt>
    <dgm:pt modelId="{3A017614-01D1-463C-B3C7-FED7B63132B5}" type="pres">
      <dgm:prSet presAssocID="{49896B3E-C453-4481-A5F3-52058FF1CD95}" presName="hierRoot1" presStyleCnt="0">
        <dgm:presLayoutVars>
          <dgm:hierBranch val="init"/>
        </dgm:presLayoutVars>
      </dgm:prSet>
      <dgm:spPr/>
    </dgm:pt>
    <dgm:pt modelId="{2072A96F-994B-4C43-A207-76A2EA2A95CC}" type="pres">
      <dgm:prSet presAssocID="{49896B3E-C453-4481-A5F3-52058FF1CD95}" presName="rootComposite1" presStyleCnt="0"/>
      <dgm:spPr/>
    </dgm:pt>
    <dgm:pt modelId="{6CD55455-027E-4947-9900-A27A316D4321}" type="pres">
      <dgm:prSet presAssocID="{49896B3E-C453-4481-A5F3-52058FF1CD95}" presName="rootText1" presStyleLbl="node0" presStyleIdx="93" presStyleCnt="100">
        <dgm:presLayoutVars>
          <dgm:chPref val="3"/>
        </dgm:presLayoutVars>
      </dgm:prSet>
      <dgm:spPr/>
    </dgm:pt>
    <dgm:pt modelId="{6AFD56EB-BAB5-4F78-AF61-BC6286E3375D}" type="pres">
      <dgm:prSet presAssocID="{49896B3E-C453-4481-A5F3-52058FF1CD95}" presName="rootConnector1" presStyleLbl="node1" presStyleIdx="0" presStyleCnt="0"/>
      <dgm:spPr/>
    </dgm:pt>
    <dgm:pt modelId="{42EF5FD7-1AD2-484B-B16D-B4C5968CE23E}" type="pres">
      <dgm:prSet presAssocID="{49896B3E-C453-4481-A5F3-52058FF1CD95}" presName="hierChild2" presStyleCnt="0"/>
      <dgm:spPr/>
    </dgm:pt>
    <dgm:pt modelId="{184B3296-3214-47A2-95D5-6774C25DAB32}" type="pres">
      <dgm:prSet presAssocID="{49896B3E-C453-4481-A5F3-52058FF1CD95}" presName="hierChild3" presStyleCnt="0"/>
      <dgm:spPr/>
    </dgm:pt>
    <dgm:pt modelId="{EAAD27CE-1203-454F-A13C-4A4068B300F5}" type="pres">
      <dgm:prSet presAssocID="{D8408792-AC63-4E39-B443-CF88681F7FF3}" presName="hierRoot1" presStyleCnt="0">
        <dgm:presLayoutVars>
          <dgm:hierBranch val="init"/>
        </dgm:presLayoutVars>
      </dgm:prSet>
      <dgm:spPr/>
    </dgm:pt>
    <dgm:pt modelId="{AF226118-37C3-4322-8FD0-AB05395803C6}" type="pres">
      <dgm:prSet presAssocID="{D8408792-AC63-4E39-B443-CF88681F7FF3}" presName="rootComposite1" presStyleCnt="0"/>
      <dgm:spPr/>
    </dgm:pt>
    <dgm:pt modelId="{D6993667-08FB-4C89-8B69-15E930AED7F2}" type="pres">
      <dgm:prSet presAssocID="{D8408792-AC63-4E39-B443-CF88681F7FF3}" presName="rootText1" presStyleLbl="node0" presStyleIdx="94" presStyleCnt="100">
        <dgm:presLayoutVars>
          <dgm:chPref val="3"/>
        </dgm:presLayoutVars>
      </dgm:prSet>
      <dgm:spPr/>
    </dgm:pt>
    <dgm:pt modelId="{8B709920-E579-4F2E-A93E-B9B7E6BC9B8E}" type="pres">
      <dgm:prSet presAssocID="{D8408792-AC63-4E39-B443-CF88681F7FF3}" presName="rootConnector1" presStyleLbl="node1" presStyleIdx="0" presStyleCnt="0"/>
      <dgm:spPr/>
    </dgm:pt>
    <dgm:pt modelId="{99633A7E-D4B0-4ED3-AB89-CB90C83AE921}" type="pres">
      <dgm:prSet presAssocID="{D8408792-AC63-4E39-B443-CF88681F7FF3}" presName="hierChild2" presStyleCnt="0"/>
      <dgm:spPr/>
    </dgm:pt>
    <dgm:pt modelId="{EC996BE9-6F95-4C01-959D-74F02A9E9E7B}" type="pres">
      <dgm:prSet presAssocID="{D8408792-AC63-4E39-B443-CF88681F7FF3}" presName="hierChild3" presStyleCnt="0"/>
      <dgm:spPr/>
    </dgm:pt>
    <dgm:pt modelId="{E4F4F5E1-7493-44C8-A2F6-6A2F0DC70FE5}" type="pres">
      <dgm:prSet presAssocID="{2DC1AE3D-7119-41C7-8CE1-0E7217F7F597}" presName="hierRoot1" presStyleCnt="0">
        <dgm:presLayoutVars>
          <dgm:hierBranch val="init"/>
        </dgm:presLayoutVars>
      </dgm:prSet>
      <dgm:spPr/>
    </dgm:pt>
    <dgm:pt modelId="{DB047536-9A1A-4842-89BB-DB10839F987B}" type="pres">
      <dgm:prSet presAssocID="{2DC1AE3D-7119-41C7-8CE1-0E7217F7F597}" presName="rootComposite1" presStyleCnt="0"/>
      <dgm:spPr/>
    </dgm:pt>
    <dgm:pt modelId="{E950CAB7-EA49-4925-A46E-834058BFEB46}" type="pres">
      <dgm:prSet presAssocID="{2DC1AE3D-7119-41C7-8CE1-0E7217F7F597}" presName="rootText1" presStyleLbl="node0" presStyleIdx="95" presStyleCnt="100">
        <dgm:presLayoutVars>
          <dgm:chPref val="3"/>
        </dgm:presLayoutVars>
      </dgm:prSet>
      <dgm:spPr/>
    </dgm:pt>
    <dgm:pt modelId="{2917EA79-0C5E-4D54-9204-27F19CEB538F}" type="pres">
      <dgm:prSet presAssocID="{2DC1AE3D-7119-41C7-8CE1-0E7217F7F597}" presName="rootConnector1" presStyleLbl="node1" presStyleIdx="0" presStyleCnt="0"/>
      <dgm:spPr/>
    </dgm:pt>
    <dgm:pt modelId="{16D4E8A8-7968-4D73-9AC5-FF36C8AF7C81}" type="pres">
      <dgm:prSet presAssocID="{2DC1AE3D-7119-41C7-8CE1-0E7217F7F597}" presName="hierChild2" presStyleCnt="0"/>
      <dgm:spPr/>
    </dgm:pt>
    <dgm:pt modelId="{6357C023-84F6-49E3-8712-81EA570DBF8E}" type="pres">
      <dgm:prSet presAssocID="{2DC1AE3D-7119-41C7-8CE1-0E7217F7F597}" presName="hierChild3" presStyleCnt="0"/>
      <dgm:spPr/>
    </dgm:pt>
    <dgm:pt modelId="{25F0E612-4D86-4702-8D8C-C6FD81ACD384}" type="pres">
      <dgm:prSet presAssocID="{9E23B182-4365-4460-AEAA-D6FC5DD96E6F}" presName="hierRoot1" presStyleCnt="0">
        <dgm:presLayoutVars>
          <dgm:hierBranch val="init"/>
        </dgm:presLayoutVars>
      </dgm:prSet>
      <dgm:spPr/>
    </dgm:pt>
    <dgm:pt modelId="{67A7D010-95EF-476A-9ADF-B7B852116FE2}" type="pres">
      <dgm:prSet presAssocID="{9E23B182-4365-4460-AEAA-D6FC5DD96E6F}" presName="rootComposite1" presStyleCnt="0"/>
      <dgm:spPr/>
    </dgm:pt>
    <dgm:pt modelId="{C9BBFB41-B537-4BFB-997B-155F6C200BC0}" type="pres">
      <dgm:prSet presAssocID="{9E23B182-4365-4460-AEAA-D6FC5DD96E6F}" presName="rootText1" presStyleLbl="node0" presStyleIdx="96" presStyleCnt="100">
        <dgm:presLayoutVars>
          <dgm:chPref val="3"/>
        </dgm:presLayoutVars>
      </dgm:prSet>
      <dgm:spPr/>
    </dgm:pt>
    <dgm:pt modelId="{928383EF-EB0C-4016-8502-C9690D04193F}" type="pres">
      <dgm:prSet presAssocID="{9E23B182-4365-4460-AEAA-D6FC5DD96E6F}" presName="rootConnector1" presStyleLbl="node1" presStyleIdx="0" presStyleCnt="0"/>
      <dgm:spPr/>
    </dgm:pt>
    <dgm:pt modelId="{C20BA2B2-04B7-483F-8C45-106CB6304A58}" type="pres">
      <dgm:prSet presAssocID="{9E23B182-4365-4460-AEAA-D6FC5DD96E6F}" presName="hierChild2" presStyleCnt="0"/>
      <dgm:spPr/>
    </dgm:pt>
    <dgm:pt modelId="{16FDB1A6-67E5-48DC-A318-CCAF8BDBC400}" type="pres">
      <dgm:prSet presAssocID="{9E23B182-4365-4460-AEAA-D6FC5DD96E6F}" presName="hierChild3" presStyleCnt="0"/>
      <dgm:spPr/>
    </dgm:pt>
    <dgm:pt modelId="{A43C1A3D-0560-4060-B89C-B82A0A596390}" type="pres">
      <dgm:prSet presAssocID="{0128484E-117A-4D7A-B7BB-60D306586382}" presName="hierRoot1" presStyleCnt="0">
        <dgm:presLayoutVars>
          <dgm:hierBranch val="init"/>
        </dgm:presLayoutVars>
      </dgm:prSet>
      <dgm:spPr/>
    </dgm:pt>
    <dgm:pt modelId="{1BD01564-A53B-46F8-BA7E-EE83235856C3}" type="pres">
      <dgm:prSet presAssocID="{0128484E-117A-4D7A-B7BB-60D306586382}" presName="rootComposite1" presStyleCnt="0"/>
      <dgm:spPr/>
    </dgm:pt>
    <dgm:pt modelId="{411B2788-A72C-4D05-8103-012B3747918E}" type="pres">
      <dgm:prSet presAssocID="{0128484E-117A-4D7A-B7BB-60D306586382}" presName="rootText1" presStyleLbl="node0" presStyleIdx="97" presStyleCnt="100">
        <dgm:presLayoutVars>
          <dgm:chPref val="3"/>
        </dgm:presLayoutVars>
      </dgm:prSet>
      <dgm:spPr/>
    </dgm:pt>
    <dgm:pt modelId="{7E79BB14-85F9-4973-8F07-A31982EE0397}" type="pres">
      <dgm:prSet presAssocID="{0128484E-117A-4D7A-B7BB-60D306586382}" presName="rootConnector1" presStyleLbl="node1" presStyleIdx="0" presStyleCnt="0"/>
      <dgm:spPr/>
    </dgm:pt>
    <dgm:pt modelId="{90D9A958-B678-4155-ABA5-660543BD3B63}" type="pres">
      <dgm:prSet presAssocID="{0128484E-117A-4D7A-B7BB-60D306586382}" presName="hierChild2" presStyleCnt="0"/>
      <dgm:spPr/>
    </dgm:pt>
    <dgm:pt modelId="{6002CE4D-8B75-4A32-A4F4-62465AA204E4}" type="pres">
      <dgm:prSet presAssocID="{0128484E-117A-4D7A-B7BB-60D306586382}" presName="hierChild3" presStyleCnt="0"/>
      <dgm:spPr/>
    </dgm:pt>
    <dgm:pt modelId="{B4660FFC-F921-4ACD-B65B-F6978B758EFA}" type="pres">
      <dgm:prSet presAssocID="{EDBCCCD7-611B-4EDC-ACE8-D8B6349A97A2}" presName="hierRoot1" presStyleCnt="0">
        <dgm:presLayoutVars>
          <dgm:hierBranch val="init"/>
        </dgm:presLayoutVars>
      </dgm:prSet>
      <dgm:spPr/>
    </dgm:pt>
    <dgm:pt modelId="{00EE1ACA-25F8-4C23-99F8-2B4A28F9BB9E}" type="pres">
      <dgm:prSet presAssocID="{EDBCCCD7-611B-4EDC-ACE8-D8B6349A97A2}" presName="rootComposite1" presStyleCnt="0"/>
      <dgm:spPr/>
    </dgm:pt>
    <dgm:pt modelId="{3DEC3D8A-4AEA-427F-AE46-AC15D42EB55E}" type="pres">
      <dgm:prSet presAssocID="{EDBCCCD7-611B-4EDC-ACE8-D8B6349A97A2}" presName="rootText1" presStyleLbl="node0" presStyleIdx="98" presStyleCnt="100">
        <dgm:presLayoutVars>
          <dgm:chPref val="3"/>
        </dgm:presLayoutVars>
      </dgm:prSet>
      <dgm:spPr/>
    </dgm:pt>
    <dgm:pt modelId="{F4A811A2-C3EE-4599-99D9-088B315DF484}" type="pres">
      <dgm:prSet presAssocID="{EDBCCCD7-611B-4EDC-ACE8-D8B6349A97A2}" presName="rootConnector1" presStyleLbl="node1" presStyleIdx="0" presStyleCnt="0"/>
      <dgm:spPr/>
    </dgm:pt>
    <dgm:pt modelId="{CACB4EAF-EDD5-48D3-889B-D0561ED0A056}" type="pres">
      <dgm:prSet presAssocID="{EDBCCCD7-611B-4EDC-ACE8-D8B6349A97A2}" presName="hierChild2" presStyleCnt="0"/>
      <dgm:spPr/>
    </dgm:pt>
    <dgm:pt modelId="{6ECD45B1-D1C5-4C1D-B566-4EF879222E48}" type="pres">
      <dgm:prSet presAssocID="{EDBCCCD7-611B-4EDC-ACE8-D8B6349A97A2}" presName="hierChild3" presStyleCnt="0"/>
      <dgm:spPr/>
    </dgm:pt>
    <dgm:pt modelId="{B529593E-E0AA-46EA-B8F8-CC0E3237596C}" type="pres">
      <dgm:prSet presAssocID="{1B3BDC65-A3B7-42ED-B0A6-CBF099D80470}" presName="hierRoot1" presStyleCnt="0">
        <dgm:presLayoutVars>
          <dgm:hierBranch val="init"/>
        </dgm:presLayoutVars>
      </dgm:prSet>
      <dgm:spPr/>
    </dgm:pt>
    <dgm:pt modelId="{EBD4AA45-8ED8-45FF-8CA7-7BC1580B0A94}" type="pres">
      <dgm:prSet presAssocID="{1B3BDC65-A3B7-42ED-B0A6-CBF099D80470}" presName="rootComposite1" presStyleCnt="0"/>
      <dgm:spPr/>
    </dgm:pt>
    <dgm:pt modelId="{A5B3995B-7E89-464B-8A65-8B573732792A}" type="pres">
      <dgm:prSet presAssocID="{1B3BDC65-A3B7-42ED-B0A6-CBF099D80470}" presName="rootText1" presStyleLbl="node0" presStyleIdx="99" presStyleCnt="100">
        <dgm:presLayoutVars>
          <dgm:chPref val="3"/>
        </dgm:presLayoutVars>
      </dgm:prSet>
      <dgm:spPr/>
    </dgm:pt>
    <dgm:pt modelId="{EF29CF07-871F-43EC-9F37-9FEE4881A288}" type="pres">
      <dgm:prSet presAssocID="{1B3BDC65-A3B7-42ED-B0A6-CBF099D80470}" presName="rootConnector1" presStyleLbl="node1" presStyleIdx="0" presStyleCnt="0"/>
      <dgm:spPr/>
    </dgm:pt>
    <dgm:pt modelId="{BB9369DD-0708-476E-B084-C48D8DC7A37B}" type="pres">
      <dgm:prSet presAssocID="{1B3BDC65-A3B7-42ED-B0A6-CBF099D80470}" presName="hierChild2" presStyleCnt="0"/>
      <dgm:spPr/>
    </dgm:pt>
    <dgm:pt modelId="{A6F7F185-9553-441A-BAF2-F9320324155D}" type="pres">
      <dgm:prSet presAssocID="{1B3BDC65-A3B7-42ED-B0A6-CBF099D80470}" presName="hierChild3" presStyleCnt="0"/>
      <dgm:spPr/>
    </dgm:pt>
  </dgm:ptLst>
  <dgm:cxnLst>
    <dgm:cxn modelId="{B177D400-1741-4D40-981D-D4E0874D0935}" type="presOf" srcId="{7E66581A-64E2-4B51-A71B-DB1B968564EF}" destId="{A6E6A994-5B59-4B87-828F-2F0E6C98B755}" srcOrd="0" destOrd="0" presId="urn:microsoft.com/office/officeart/2005/8/layout/orgChart1"/>
    <dgm:cxn modelId="{4E281001-26BF-4EF4-BBB6-DF3D9444E76B}" srcId="{A5E1FE42-3A8C-43D2-AF26-DA4CE9EEF097}" destId="{C7260841-FC13-4579-BE35-9706E73896D2}" srcOrd="11" destOrd="0" parTransId="{85A68F53-F716-42A7-A469-84E745569A17}" sibTransId="{AEB9F297-7A07-436B-9709-1C160E211D94}"/>
    <dgm:cxn modelId="{194D3A01-9E9C-406B-8E15-8C7A60C6A916}" type="presOf" srcId="{FB89D7CE-D8DE-479B-9EFB-3A0712ED69C2}" destId="{7E2802C9-B3AA-4B5B-AE6D-BE4297963E1C}" srcOrd="1" destOrd="0" presId="urn:microsoft.com/office/officeart/2005/8/layout/orgChart1"/>
    <dgm:cxn modelId="{D9915A02-A2EE-485D-B8A0-53C7F3D670E2}" srcId="{A5E1FE42-3A8C-43D2-AF26-DA4CE9EEF097}" destId="{FB89D7CE-D8DE-479B-9EFB-3A0712ED69C2}" srcOrd="70" destOrd="0" parTransId="{D8645E14-98F9-45A5-AD56-520302D33AFC}" sibTransId="{64D9497E-9E39-4668-9748-D8CCB393F264}"/>
    <dgm:cxn modelId="{CEDA3203-260C-4090-969A-9974D6C7B8E8}" srcId="{A5E1FE42-3A8C-43D2-AF26-DA4CE9EEF097}" destId="{3E57434B-E507-47E2-962D-C49CA9EB7595}" srcOrd="74" destOrd="0" parTransId="{2E9A5434-3DD4-42A1-A234-3950C2957EA4}" sibTransId="{7E3A9DFC-E829-4BD8-BB9A-3F495B77AFD5}"/>
    <dgm:cxn modelId="{CCB97204-1E3B-4637-A49E-6155AE41DF93}" type="presOf" srcId="{4D735574-5221-4D1C-9394-13AB17A1FF5F}" destId="{0FE23D44-1609-4A47-B8E3-B1C6E4A05BEB}" srcOrd="1" destOrd="0" presId="urn:microsoft.com/office/officeart/2005/8/layout/orgChart1"/>
    <dgm:cxn modelId="{E80AA604-15E1-43FD-B772-AC2D37A81A5C}" srcId="{A5E1FE42-3A8C-43D2-AF26-DA4CE9EEF097}" destId="{DFB8FEE4-879C-432E-AC1C-515C178A2A72}" srcOrd="107" destOrd="0" parTransId="{AF6A6A3A-1F76-4FE3-9EB1-6F4AD17FD7F2}" sibTransId="{8696E76E-AF08-4620-99C7-696EA5C4AF79}"/>
    <dgm:cxn modelId="{C8F79D05-C230-4DA1-B7A3-B3E51E168F15}" type="presOf" srcId="{C78CC192-2B96-46E9-87AF-2EE549E270D3}" destId="{B5E98043-958A-4819-BBF2-BA7317E44887}" srcOrd="0" destOrd="0" presId="urn:microsoft.com/office/officeart/2005/8/layout/orgChart1"/>
    <dgm:cxn modelId="{EB04A105-A3E4-4BFA-A505-EA6639AC0193}" srcId="{A5E1FE42-3A8C-43D2-AF26-DA4CE9EEF097}" destId="{70C2AC3B-40E7-4C28-A151-19CE6319A06A}" srcOrd="82" destOrd="0" parTransId="{88A346D4-4609-4FEA-81F3-EB2AA76FB051}" sibTransId="{A96C4662-0FC6-4E81-927C-E9C6A3B33FFE}"/>
    <dgm:cxn modelId="{D6073F07-A019-4E15-95BD-A8AF0572D10B}" type="presOf" srcId="{C24811FE-58EF-49DA-BF91-715DCFBB8D97}" destId="{DA388572-DD1A-4693-B8F0-106E724A152D}" srcOrd="1" destOrd="0" presId="urn:microsoft.com/office/officeart/2005/8/layout/orgChart1"/>
    <dgm:cxn modelId="{9898F808-E01A-429E-B92F-28302B839F62}" srcId="{A5E1FE42-3A8C-43D2-AF26-DA4CE9EEF097}" destId="{817DE68A-DE76-464F-9C6D-697EC2127C11}" srcOrd="132" destOrd="0" parTransId="{01C75702-94CD-4983-9A59-8BDCD597940F}" sibTransId="{E1EFB5DF-180F-4354-A0A3-A2FA70B2DC5A}"/>
    <dgm:cxn modelId="{0F627109-DD71-4FCC-B253-03E7A6348431}" type="presOf" srcId="{9E23B182-4365-4460-AEAA-D6FC5DD96E6F}" destId="{928383EF-EB0C-4016-8502-C9690D04193F}" srcOrd="1" destOrd="0" presId="urn:microsoft.com/office/officeart/2005/8/layout/orgChart1"/>
    <dgm:cxn modelId="{51730F0A-52CE-4D1E-AA9B-0E71FD22B69C}" type="presOf" srcId="{59DA5C68-FA85-4326-88F9-AE3E8F12D55A}" destId="{09CE2222-53D1-4D15-A953-DE4EE70E0BA1}" srcOrd="0" destOrd="0" presId="urn:microsoft.com/office/officeart/2005/8/layout/orgChart1"/>
    <dgm:cxn modelId="{F250110A-F12C-45C9-B452-F5B25023427E}" type="presOf" srcId="{D4CF6DAE-D5B2-4671-B012-1705DF2F3960}" destId="{86AAA503-8DD8-45C5-9386-38A58ED2B162}" srcOrd="1" destOrd="0" presId="urn:microsoft.com/office/officeart/2005/8/layout/orgChart1"/>
    <dgm:cxn modelId="{41A1450A-8B4E-4533-8973-E9AE1CE5C152}" type="presOf" srcId="{BFCBCCCA-A14B-4433-A445-9DB360282A79}" destId="{0803A320-1B96-4C4B-AA0A-5EEB94693A5D}" srcOrd="0" destOrd="0" presId="urn:microsoft.com/office/officeart/2005/8/layout/orgChart1"/>
    <dgm:cxn modelId="{54C77F0A-FB37-4293-8E28-D6275049789A}" type="presOf" srcId="{49896B3E-C453-4481-A5F3-52058FF1CD95}" destId="{6CD55455-027E-4947-9900-A27A316D4321}" srcOrd="0" destOrd="0" presId="urn:microsoft.com/office/officeart/2005/8/layout/orgChart1"/>
    <dgm:cxn modelId="{1AC3090B-38CC-44E0-B56C-EC89265E8168}" type="presOf" srcId="{BBD57494-2A9C-4992-AA1A-3ABB689FE916}" destId="{A349CD1F-6D5D-4927-B861-9E42FC659B49}" srcOrd="0" destOrd="0" presId="urn:microsoft.com/office/officeart/2005/8/layout/orgChart1"/>
    <dgm:cxn modelId="{8BDD100B-F910-4935-BA10-E15B80969FDC}" srcId="{A5E1FE42-3A8C-43D2-AF26-DA4CE9EEF097}" destId="{D8408792-AC63-4E39-B443-CF88681F7FF3}" srcOrd="94" destOrd="0" parTransId="{FC155EA5-B12C-486A-9640-4D5A596D5EB7}" sibTransId="{22076FA5-6B8C-446C-BA14-14DB8C84275C}"/>
    <dgm:cxn modelId="{E84D310B-C44F-467E-BFE6-563269B36EA6}" type="presOf" srcId="{2A47712A-C10D-45C8-B912-C2565FADAB2B}" destId="{416B7791-2016-4851-A23F-3103B104CAB3}" srcOrd="1" destOrd="0" presId="urn:microsoft.com/office/officeart/2005/8/layout/orgChart1"/>
    <dgm:cxn modelId="{6D3D630C-BFCC-4195-8DA3-49B7F7288C54}" type="presOf" srcId="{92260179-412F-4DFB-B3E6-D37ADFAB4682}" destId="{C27CDC66-01C3-4D63-A119-2D6F7194CA8C}" srcOrd="1" destOrd="0" presId="urn:microsoft.com/office/officeart/2005/8/layout/orgChart1"/>
    <dgm:cxn modelId="{D043F90C-FD53-4DD9-A207-E8F8BAA696F3}" srcId="{A5E1FE42-3A8C-43D2-AF26-DA4CE9EEF097}" destId="{BFCBCCCA-A14B-4433-A445-9DB360282A79}" srcOrd="15" destOrd="0" parTransId="{45597E11-B0FF-4C85-B0A1-80D57963AA4C}" sibTransId="{E274E1C0-57A0-415F-9764-58D1531DBC4F}"/>
    <dgm:cxn modelId="{2E6B5A0D-CECC-4B6F-AADC-C320CD52B0D7}" type="presOf" srcId="{70C2AC3B-40E7-4C28-A151-19CE6319A06A}" destId="{E31E2CFB-96CF-4BBE-8BFA-995E74090023}" srcOrd="0" destOrd="0" presId="urn:microsoft.com/office/officeart/2005/8/layout/orgChart1"/>
    <dgm:cxn modelId="{635C960D-755B-4B0E-9EB4-D7D92F5D4508}" type="presOf" srcId="{0A645D54-69AA-4325-9102-0FE60201BCD5}" destId="{F4A9D504-47A1-4CE9-B713-84CFA8B527D6}" srcOrd="1" destOrd="0" presId="urn:microsoft.com/office/officeart/2005/8/layout/orgChart1"/>
    <dgm:cxn modelId="{F05E0F0F-8D4A-4768-8551-A0FAC28B55CD}" type="presOf" srcId="{41392BA4-8750-4ACB-B7CC-82744A838C33}" destId="{48E6E44C-EC1E-4590-A3EA-E3C97433C762}" srcOrd="1" destOrd="0" presId="urn:microsoft.com/office/officeart/2005/8/layout/orgChart1"/>
    <dgm:cxn modelId="{D47FBC0F-0871-4962-9FAB-EE97F4BBF536}" type="presOf" srcId="{C9C9FBDB-A8D3-424A-A8A5-635C8E2241C9}" destId="{5BFE5E3D-A999-4C5E-B391-9205CA56CE61}" srcOrd="1" destOrd="0" presId="urn:microsoft.com/office/officeart/2005/8/layout/orgChart1"/>
    <dgm:cxn modelId="{044A2B10-93B2-4334-9698-287E8558D082}" srcId="{A5E1FE42-3A8C-43D2-AF26-DA4CE9EEF097}" destId="{DAFE0623-BE8B-4FBE-9D65-C9370964E203}" srcOrd="137" destOrd="0" parTransId="{B1B1E952-04B4-49D7-A65D-4762FCF4B61E}" sibTransId="{6F0F5B68-99CE-406C-ABBF-85FC62AB4A31}"/>
    <dgm:cxn modelId="{F291F510-2338-4910-9115-8A2C5DD91CFE}" type="presOf" srcId="{215ADA86-3F19-4978-A0CC-51A6ADAC643B}" destId="{68B5A9A9-3D3B-496E-B0E1-7E5B1BF4BA78}" srcOrd="0" destOrd="0" presId="urn:microsoft.com/office/officeart/2005/8/layout/orgChart1"/>
    <dgm:cxn modelId="{9CDCB411-D794-4E00-81DC-B4C5595DF22A}" srcId="{A5E1FE42-3A8C-43D2-AF26-DA4CE9EEF097}" destId="{B035D277-A128-49E8-914F-4230FE21264E}" srcOrd="44" destOrd="0" parTransId="{C92FDB78-790F-41FE-BFA5-55323F3A2627}" sibTransId="{9CF9D2F1-B3D4-4D69-A499-A4609398BCC7}"/>
    <dgm:cxn modelId="{1E2DAB13-1BB1-4CEC-9F4F-3AC8036B665C}" srcId="{A5E1FE42-3A8C-43D2-AF26-DA4CE9EEF097}" destId="{FE82A106-C03A-4B06-8CBA-B71C4931DD73}" srcOrd="77" destOrd="0" parTransId="{DDE5B4DA-8D21-4447-9761-ABCD35369445}" sibTransId="{ECAA5AB1-FFF5-4E0B-9745-718D8E699EEE}"/>
    <dgm:cxn modelId="{05386214-F806-424B-B43D-1DF3C2A7CFEF}" type="presOf" srcId="{7F8DA47B-4F4F-4592-B4C6-806A514C263E}" destId="{C30148AA-8BFF-4524-B3B3-CCC5BDE373AE}" srcOrd="1" destOrd="0" presId="urn:microsoft.com/office/officeart/2005/8/layout/orgChart1"/>
    <dgm:cxn modelId="{404A0A15-E424-49D6-A741-65E14F96E147}" type="presOf" srcId="{5E18485A-4361-4D44-950D-B5B1E40E6034}" destId="{422BA0E3-164A-4291-B314-6BE2C155E93D}" srcOrd="0" destOrd="0" presId="urn:microsoft.com/office/officeart/2005/8/layout/orgChart1"/>
    <dgm:cxn modelId="{E05BD215-4554-4696-9C44-B75936D9B46B}" srcId="{A5E1FE42-3A8C-43D2-AF26-DA4CE9EEF097}" destId="{2D57F855-B5B6-4397-A59F-4F95D39CF0A8}" srcOrd="116" destOrd="0" parTransId="{8F912AC6-CE94-4C32-90FA-16C4401D12F5}" sibTransId="{34E12CF1-F16B-4BC0-973F-BDFADF9A91A7}"/>
    <dgm:cxn modelId="{22EE1016-F35F-4F23-8D77-62640AB7AC5D}" srcId="{A5E1FE42-3A8C-43D2-AF26-DA4CE9EEF097}" destId="{EBB384D4-A41B-45B8-BEEF-60564E92CCBC}" srcOrd="110" destOrd="0" parTransId="{4A0FA666-A0AE-4825-A3AE-098247950055}" sibTransId="{AC1B60FF-08AA-4827-88AC-FF77CEB9E753}"/>
    <dgm:cxn modelId="{D66F0F17-E8F1-44A5-87B3-153068F604A4}" type="presOf" srcId="{5E18485A-4361-4D44-950D-B5B1E40E6034}" destId="{62A24AF2-E938-4082-B41D-6D624CAFF993}" srcOrd="1" destOrd="0" presId="urn:microsoft.com/office/officeart/2005/8/layout/orgChart1"/>
    <dgm:cxn modelId="{E1073917-2CA2-4DD9-9416-CBE8FF88B588}" srcId="{A5E1FE42-3A8C-43D2-AF26-DA4CE9EEF097}" destId="{C6240ADF-D079-4564-9577-78CD19E7D1F6}" srcOrd="42" destOrd="0" parTransId="{1D9935FA-0DF3-4749-8548-E4532214AD00}" sibTransId="{61C20E60-75E6-40AE-995C-15A4F38DC8E2}"/>
    <dgm:cxn modelId="{FDB6A119-2E41-411D-B9E8-6DBA491DBAC2}" srcId="{A5E1FE42-3A8C-43D2-AF26-DA4CE9EEF097}" destId="{78DF15B4-0E8C-47D5-8792-36C985B46406}" srcOrd="71" destOrd="0" parTransId="{478497BB-9D3F-4C0C-BBEA-670F814FA330}" sibTransId="{06E4E1A0-8CE2-47B0-89D4-B94B7F923D0E}"/>
    <dgm:cxn modelId="{8D5F741A-59E1-4A4C-B857-59C8BF26BCBC}" type="presOf" srcId="{F145F7F9-FBC2-4165-922F-AC5D10A5B6A3}" destId="{1A9D5533-D905-46ED-AE3B-DA91FCEE21B1}" srcOrd="1" destOrd="0" presId="urn:microsoft.com/office/officeart/2005/8/layout/orgChart1"/>
    <dgm:cxn modelId="{1173481B-83C2-41D9-B448-D0067E6CEB0B}" type="presOf" srcId="{49896B3E-C453-4481-A5F3-52058FF1CD95}" destId="{6AFD56EB-BAB5-4F78-AF61-BC6286E3375D}" srcOrd="1" destOrd="0" presId="urn:microsoft.com/office/officeart/2005/8/layout/orgChart1"/>
    <dgm:cxn modelId="{F8CBA91B-EDB2-4071-9237-A13AF8C9FFFC}" type="presOf" srcId="{8C1588ED-6030-4163-84BE-D1A3F334A0F5}" destId="{E0A6413E-321C-4214-BDF7-FF613051E547}" srcOrd="0" destOrd="0" presId="urn:microsoft.com/office/officeart/2005/8/layout/orgChart1"/>
    <dgm:cxn modelId="{FD0AAE1C-CE01-4CC1-8429-7056A5DACC9D}" type="presOf" srcId="{7F8DA47B-4F4F-4592-B4C6-806A514C263E}" destId="{6B7F1E0B-65A3-48A5-8E81-42FB1653DC2F}" srcOrd="0" destOrd="0" presId="urn:microsoft.com/office/officeart/2005/8/layout/orgChart1"/>
    <dgm:cxn modelId="{B09DC81C-8C38-4095-AF3E-2627A320D3AF}" type="presOf" srcId="{F7CE717C-A4B4-4752-B345-3D865838357A}" destId="{3DFB86B9-EF3D-4C26-8EE4-AB88B775426F}" srcOrd="0" destOrd="0" presId="urn:microsoft.com/office/officeart/2005/8/layout/orgChart1"/>
    <dgm:cxn modelId="{40C7C61D-F4A2-41B5-8105-E85E30C95D0E}" srcId="{A5E1FE42-3A8C-43D2-AF26-DA4CE9EEF097}" destId="{DA4548FF-54DD-4AED-9C82-D731A7B8536F}" srcOrd="88" destOrd="0" parTransId="{39C9F10E-1D30-4B4E-8920-6AA843AFFD39}" sibTransId="{3311EC61-5A98-448F-8E45-2363065F372E}"/>
    <dgm:cxn modelId="{4AD0E81E-2612-4F6C-A4CB-CEE1A324471D}" srcId="{A5E1FE42-3A8C-43D2-AF26-DA4CE9EEF097}" destId="{A77E65FA-806F-490E-AECE-643E09B1DE4A}" srcOrd="21" destOrd="0" parTransId="{C190E751-31F1-4D70-9395-95A0AFDF45DE}" sibTransId="{5146624E-D97D-48D2-BF4B-713555EAF182}"/>
    <dgm:cxn modelId="{91418920-47F4-4B47-9FEB-5E13484E0909}" srcId="{A5E1FE42-3A8C-43D2-AF26-DA4CE9EEF097}" destId="{8E1DE876-EACE-43F6-8A4C-BB74757F124B}" srcOrd="19" destOrd="0" parTransId="{0679DEF2-751D-464C-874F-09A1FD027CFD}" sibTransId="{ADD200F6-EB72-4207-B6C5-8C20AA3A0E79}"/>
    <dgm:cxn modelId="{4BF38F21-8005-42AA-85B7-0949746BDE4B}" srcId="{A5E1FE42-3A8C-43D2-AF26-DA4CE9EEF097}" destId="{49896B3E-C453-4481-A5F3-52058FF1CD95}" srcOrd="93" destOrd="0" parTransId="{9A285334-1B60-43B5-AE08-A4C7E4235926}" sibTransId="{83E2D252-B543-4C6E-971B-FDB986AE3F21}"/>
    <dgm:cxn modelId="{B6A9ED21-836F-48D1-AE0B-DDC3111AD31C}" type="presOf" srcId="{FF88409E-7107-4BCA-8454-FA02F038BBD3}" destId="{E1961403-3690-4E30-892C-027A435CBBFF}" srcOrd="1" destOrd="0" presId="urn:microsoft.com/office/officeart/2005/8/layout/orgChart1"/>
    <dgm:cxn modelId="{E2CEBE22-B92F-415D-A823-E4034E215554}" type="presOf" srcId="{14C61F63-B105-4240-A28B-DE5AA4B6D2D0}" destId="{03F1F81A-961E-40DC-BCD0-2CCD576CC8F4}" srcOrd="0" destOrd="0" presId="urn:microsoft.com/office/officeart/2005/8/layout/orgChart1"/>
    <dgm:cxn modelId="{712CC423-4284-4313-9B86-70EB5CA240BE}" type="presOf" srcId="{71CA7561-5941-47D7-9C4D-67A6A0AB5270}" destId="{E3505A73-9B2B-4EEE-93DA-617661170C30}" srcOrd="0" destOrd="0" presId="urn:microsoft.com/office/officeart/2005/8/layout/orgChart1"/>
    <dgm:cxn modelId="{6E3ECC24-1A74-4889-9BFF-A45C9FC3765A}" srcId="{A5E1FE42-3A8C-43D2-AF26-DA4CE9EEF097}" destId="{9CE69DD3-DF9A-4930-A484-7DF12DFAB011}" srcOrd="90" destOrd="0" parTransId="{E5802F0C-28C6-47A2-ADEA-D2A33C8D5939}" sibTransId="{F89F1176-8CA6-4573-A7D7-BA4DF285E73B}"/>
    <dgm:cxn modelId="{8DC41125-7478-4BE5-8893-5206F3E5D7C0}" type="presOf" srcId="{FB89D7CE-D8DE-479B-9EFB-3A0712ED69C2}" destId="{00A380C4-ED8A-4D42-9DFA-CAE33BE82CF2}" srcOrd="0" destOrd="0" presId="urn:microsoft.com/office/officeart/2005/8/layout/orgChart1"/>
    <dgm:cxn modelId="{215C5B26-6A79-4AD4-8DF2-1B64E08F0C4E}" srcId="{A5E1FE42-3A8C-43D2-AF26-DA4CE9EEF097}" destId="{8C123EDE-FD43-4B56-952A-02E3F67C45E9}" srcOrd="103" destOrd="0" parTransId="{67CB1473-2A18-40AC-A1E6-40B7892F2CAB}" sibTransId="{ABC24308-3CE7-44D1-B278-91BDCE51A0C5}"/>
    <dgm:cxn modelId="{5EC9E026-8967-4C75-BD3E-7C9635054047}" type="presOf" srcId="{4D6D9C0F-6B8B-45DF-9993-8B7551B4516C}" destId="{EEA65496-53B7-45A7-9A75-549FAD3927D1}" srcOrd="0" destOrd="0" presId="urn:microsoft.com/office/officeart/2005/8/layout/orgChart1"/>
    <dgm:cxn modelId="{3C67FB26-5FDA-4167-92F3-9676E047A089}" srcId="{A5E1FE42-3A8C-43D2-AF26-DA4CE9EEF097}" destId="{95FE218B-7BAF-4D02-A0CA-0950864BEC90}" srcOrd="78" destOrd="0" parTransId="{5DCC9242-3B00-40D5-9545-A168B9527DF3}" sibTransId="{927B2756-812E-48D0-97A7-673F272B6C52}"/>
    <dgm:cxn modelId="{9F343128-762A-49A5-AC3A-A6600AA6BE1A}" srcId="{A5E1FE42-3A8C-43D2-AF26-DA4CE9EEF097}" destId="{2FC671EB-CFE0-46B3-947B-C662905C2C6B}" srcOrd="10" destOrd="0" parTransId="{5CA972FE-9044-4AAC-87A7-C178DCBC99C4}" sibTransId="{6B6915E6-4CAA-4CC4-8770-670EE2C1303B}"/>
    <dgm:cxn modelId="{4509D428-D96C-4725-9908-1AEC68C79B59}" srcId="{A5E1FE42-3A8C-43D2-AF26-DA4CE9EEF097}" destId="{8C1588ED-6030-4163-84BE-D1A3F334A0F5}" srcOrd="87" destOrd="0" parTransId="{8F394B8C-D5E4-4906-A58D-2938AFC38030}" sibTransId="{BDB2D63A-BFDA-4466-8882-4E3BE6C3863C}"/>
    <dgm:cxn modelId="{42B52229-34C0-40C0-9E65-C9BE5E7442ED}" srcId="{A5E1FE42-3A8C-43D2-AF26-DA4CE9EEF097}" destId="{53EFAF2D-7830-4D75-ABDB-F3AF7E55D868}" srcOrd="67" destOrd="0" parTransId="{0AD1FD84-5B19-43C0-99B0-7BF09F3A1DBB}" sibTransId="{A56C9989-4908-4AF6-BEFB-A1BDDA828A83}"/>
    <dgm:cxn modelId="{CA831B2A-D1C7-441D-9D38-CF4034B4CD0C}" type="presOf" srcId="{372ECD0E-8318-41D8-AC27-99AD6E57E8B9}" destId="{E52740DC-BEF3-4AFD-A0C5-8529212F22DF}" srcOrd="1" destOrd="0" presId="urn:microsoft.com/office/officeart/2005/8/layout/orgChart1"/>
    <dgm:cxn modelId="{BDB6DC2A-CEFA-4910-B9CD-985D1608224F}" type="presOf" srcId="{7E66581A-64E2-4B51-A71B-DB1B968564EF}" destId="{C70668EC-08D5-49EB-917F-C3094356ABC6}" srcOrd="1" destOrd="0" presId="urn:microsoft.com/office/officeart/2005/8/layout/orgChart1"/>
    <dgm:cxn modelId="{85DF0B2B-12AC-41B9-B39B-A365FCB58001}" type="presOf" srcId="{E7B0D0A0-EFB1-4F59-B282-6728682EFF72}" destId="{EF5746B6-99C4-40EA-A01B-720797D8003F}" srcOrd="1" destOrd="0" presId="urn:microsoft.com/office/officeart/2005/8/layout/orgChart1"/>
    <dgm:cxn modelId="{1F88C72B-E062-4103-8021-830E83177044}" type="presOf" srcId="{9CE69DD3-DF9A-4930-A484-7DF12DFAB011}" destId="{02A79B9D-0262-43DB-8C7F-F8294077002A}" srcOrd="0" destOrd="0" presId="urn:microsoft.com/office/officeart/2005/8/layout/orgChart1"/>
    <dgm:cxn modelId="{D854D42C-AF53-4B9E-A705-0A461F556A96}" type="presOf" srcId="{DB90F7B9-47ED-4263-AE08-DFB4D8AD746B}" destId="{8B0451EE-36AF-4FB1-9A56-D8EFACF1DF04}" srcOrd="0" destOrd="0" presId="urn:microsoft.com/office/officeart/2005/8/layout/orgChart1"/>
    <dgm:cxn modelId="{F1A3082D-C612-4987-A9AB-B0F473A43D7C}" srcId="{A5E1FE42-3A8C-43D2-AF26-DA4CE9EEF097}" destId="{67315AC0-2DA0-4033-B4B9-FCABE19590F6}" srcOrd="127" destOrd="0" parTransId="{E270AE47-130D-4963-A506-D9888D1FAF06}" sibTransId="{FDBB82CC-6270-461C-9A17-7EA7BC54FA82}"/>
    <dgm:cxn modelId="{AE56392D-5F9C-42E7-B49A-08B62D92A5D6}" type="presOf" srcId="{F1B4D988-3087-457D-A626-1618802577B8}" destId="{D800C573-86E2-4A47-8EEA-9682EADA676E}" srcOrd="1" destOrd="0" presId="urn:microsoft.com/office/officeart/2005/8/layout/orgChart1"/>
    <dgm:cxn modelId="{2283752D-0CBA-420A-ADCD-4D2116650A4C}" type="presOf" srcId="{4501777F-ADE0-4544-AB4C-3F3564ECAFBE}" destId="{747D4988-4801-4512-A023-0DEB6DA79593}" srcOrd="1" destOrd="0" presId="urn:microsoft.com/office/officeart/2005/8/layout/orgChart1"/>
    <dgm:cxn modelId="{AA378C2D-CD30-4350-9C1D-96B3286BF006}" srcId="{A5E1FE42-3A8C-43D2-AF26-DA4CE9EEF097}" destId="{E5AC692F-69E3-4703-9B0F-460F66DF79E8}" srcOrd="46" destOrd="0" parTransId="{258E38AB-BDA8-42EC-A500-C582F1E972B8}" sibTransId="{2727E50C-7B80-41C9-B066-3494057D6AF2}"/>
    <dgm:cxn modelId="{61CAD62F-A2C4-46C4-B474-5EA8EC613852}" type="presOf" srcId="{3B5C51BA-20F2-4D97-B53E-68A36C71356D}" destId="{4C1D29F6-47EB-4917-8F63-5F430B1394F6}" srcOrd="0" destOrd="0" presId="urn:microsoft.com/office/officeart/2005/8/layout/orgChart1"/>
    <dgm:cxn modelId="{EBF48B30-1486-4CF3-A00D-182114A6B3D9}" type="presOf" srcId="{B96B8FD3-D303-4C8E-9BFC-CC0DE5BBF94C}" destId="{ED146B56-CD06-4E05-8E02-FBA6AF935157}" srcOrd="1" destOrd="0" presId="urn:microsoft.com/office/officeart/2005/8/layout/orgChart1"/>
    <dgm:cxn modelId="{5468BE30-C45C-4C28-9CF5-BE8B5B738F59}" type="presOf" srcId="{0128484E-117A-4D7A-B7BB-60D306586382}" destId="{411B2788-A72C-4D05-8103-012B3747918E}" srcOrd="0" destOrd="0" presId="urn:microsoft.com/office/officeart/2005/8/layout/orgChart1"/>
    <dgm:cxn modelId="{FB8FA631-0992-4C2E-BCEF-D558293D050E}" type="presOf" srcId="{2DC1AE3D-7119-41C7-8CE1-0E7217F7F597}" destId="{E950CAB7-EA49-4925-A46E-834058BFEB46}" srcOrd="0" destOrd="0" presId="urn:microsoft.com/office/officeart/2005/8/layout/orgChart1"/>
    <dgm:cxn modelId="{B54A4D33-F3F6-4030-8713-74B6E6B6F24C}" type="presOf" srcId="{59DA5C68-FA85-4326-88F9-AE3E8F12D55A}" destId="{8AC874E3-D6BD-4BFB-99DF-B5F8ED7D1C4A}" srcOrd="1" destOrd="0" presId="urn:microsoft.com/office/officeart/2005/8/layout/orgChart1"/>
    <dgm:cxn modelId="{4808CD33-0231-42CC-BEA0-C0FD5698FEBF}" type="presOf" srcId="{2F2450E5-4C8A-4265-90A5-9C81FCAC1D80}" destId="{0240F308-1A3A-4F13-AFC9-AFCDF487590B}" srcOrd="1" destOrd="0" presId="urn:microsoft.com/office/officeart/2005/8/layout/orgChart1"/>
    <dgm:cxn modelId="{79D59134-A319-4EED-8ECB-AA3EC696E5E0}" type="presOf" srcId="{986C1E81-D088-4AC1-958D-9953E8EAE3F1}" destId="{CB4D5C7C-759D-4C51-858B-4DDFAD6EB9BA}" srcOrd="0" destOrd="0" presId="urn:microsoft.com/office/officeart/2005/8/layout/orgChart1"/>
    <dgm:cxn modelId="{CAC91835-E923-4B52-90E1-BADE38209E5B}" type="presOf" srcId="{41392BA4-8750-4ACB-B7CC-82744A838C33}" destId="{AC7E81C5-D3B1-4C35-B446-5476CD5801D8}" srcOrd="0" destOrd="0" presId="urn:microsoft.com/office/officeart/2005/8/layout/orgChart1"/>
    <dgm:cxn modelId="{F6449035-D994-4FA6-9970-30D11F26CA6C}" srcId="{A5E1FE42-3A8C-43D2-AF26-DA4CE9EEF097}" destId="{4E3A3C47-076C-4A21-BEE5-86E91D92A739}" srcOrd="128" destOrd="0" parTransId="{657D6978-C5A5-42D9-8A56-5D50FD83C56E}" sibTransId="{0E7B39BF-2BA2-4B02-8831-AE16E6F83633}"/>
    <dgm:cxn modelId="{AD202936-D5CD-4557-869F-759C0B4B9E50}" srcId="{A5E1FE42-3A8C-43D2-AF26-DA4CE9EEF097}" destId="{F1B4D988-3087-457D-A626-1618802577B8}" srcOrd="31" destOrd="0" parTransId="{54D18001-D932-4F23-9591-83342E9BDE16}" sibTransId="{13495876-B553-4A75-B995-4C1053F2EC1F}"/>
    <dgm:cxn modelId="{CC875436-6376-4E7F-9257-EC676047838C}" srcId="{A5E1FE42-3A8C-43D2-AF26-DA4CE9EEF097}" destId="{8CC0265B-F537-43E5-B5BA-B683FF5833E0}" srcOrd="69" destOrd="0" parTransId="{9CB1AF79-E8EF-42A6-91C3-89527605F5C6}" sibTransId="{E4014D0E-AB54-44C1-ACBE-A6281964F4FD}"/>
    <dgm:cxn modelId="{C14B0038-2598-4DD2-BBCD-28E8589B251A}" srcId="{A5E1FE42-3A8C-43D2-AF26-DA4CE9EEF097}" destId="{9FF3A146-A3B7-43F0-AE7A-50609BC57E0F}" srcOrd="120" destOrd="0" parTransId="{E771A1D5-2773-4A50-B5B9-4F41FDFF87A6}" sibTransId="{5BE4BEC4-B730-48EF-9F3F-875D20F58077}"/>
    <dgm:cxn modelId="{3B263038-60DB-4E8D-A169-4583E3BA863D}" srcId="{A5E1FE42-3A8C-43D2-AF26-DA4CE9EEF097}" destId="{04611B2F-D40B-4FC0-B192-F53D777F75AF}" srcOrd="126" destOrd="0" parTransId="{5FBED289-55CE-4075-9D85-057FF9696905}" sibTransId="{B1AA8A0D-5333-463F-A4FD-798E92E9D702}"/>
    <dgm:cxn modelId="{5E183238-0835-495B-BA19-A0AA3CAB9766}" type="presOf" srcId="{2ADC89E5-72B4-406B-A94B-0FEE30021D98}" destId="{DEC1F79D-5E81-4CFD-ADED-57CFE616AF7E}" srcOrd="1" destOrd="0" presId="urn:microsoft.com/office/officeart/2005/8/layout/orgChart1"/>
    <dgm:cxn modelId="{BD4CF738-9C84-4A80-9D05-CBF56ED8377B}" type="presOf" srcId="{1A8FA525-F1BE-4DFD-9B85-FB55DB9B4E71}" destId="{0F29B699-6064-4399-8324-928D51E4FC86}" srcOrd="0" destOrd="0" presId="urn:microsoft.com/office/officeart/2005/8/layout/orgChart1"/>
    <dgm:cxn modelId="{112B7839-A31E-4753-998E-DCDD477EB141}" srcId="{A5E1FE42-3A8C-43D2-AF26-DA4CE9EEF097}" destId="{B9D3D584-F557-46D1-A5DD-3E7E160C7D70}" srcOrd="9" destOrd="0" parTransId="{70DEF776-2896-424F-8FD0-98189A93A7EE}" sibTransId="{9D5E5DBC-DB14-44F0-8B24-61B475777137}"/>
    <dgm:cxn modelId="{1739B33A-34B7-439A-8C82-078B16192041}" srcId="{A5E1FE42-3A8C-43D2-AF26-DA4CE9EEF097}" destId="{BBD57494-2A9C-4992-AA1A-3ABB689FE916}" srcOrd="66" destOrd="0" parTransId="{5233359F-E4A8-4D3C-8D17-54821012CE83}" sibTransId="{661C33C4-C5E5-4B59-9F5A-8459B0969A67}"/>
    <dgm:cxn modelId="{4FE0313B-0036-4CFC-A470-913024791E2C}" srcId="{A5E1FE42-3A8C-43D2-AF26-DA4CE9EEF097}" destId="{FF88409E-7107-4BCA-8454-FA02F038BBD3}" srcOrd="79" destOrd="0" parTransId="{DFE1418C-E041-4C0F-ABAE-32D93E8AACDD}" sibTransId="{C6273E0A-6057-48CF-9923-92E9859E2428}"/>
    <dgm:cxn modelId="{E5D52E3C-58D9-4259-9F23-A78C3E0EF376}" type="presOf" srcId="{67C4C7A1-A6BC-4644-9593-B58CA2A383E4}" destId="{4D46197B-BE58-4890-B986-0A6887644326}" srcOrd="1" destOrd="0" presId="urn:microsoft.com/office/officeart/2005/8/layout/orgChart1"/>
    <dgm:cxn modelId="{979D7B3C-9310-4489-B410-013369CCC0A2}" type="presOf" srcId="{2ADC89E5-72B4-406B-A94B-0FEE30021D98}" destId="{86011DAC-0914-401D-9836-B35F79341D1D}" srcOrd="0" destOrd="0" presId="urn:microsoft.com/office/officeart/2005/8/layout/orgChart1"/>
    <dgm:cxn modelId="{CF2A4A3F-A7BB-4414-87B4-BE477330ACAE}" srcId="{A5E1FE42-3A8C-43D2-AF26-DA4CE9EEF097}" destId="{2DC1AE3D-7119-41C7-8CE1-0E7217F7F597}" srcOrd="95" destOrd="0" parTransId="{773EEEE7-2C84-45FD-88D0-00DFAC342FBA}" sibTransId="{29134A67-A259-49E6-8C65-F6C2EBD9FDB9}"/>
    <dgm:cxn modelId="{AEAF4C3F-B5FA-45CD-84E9-1F6334729E7E}" type="presOf" srcId="{1A8FA525-F1BE-4DFD-9B85-FB55DB9B4E71}" destId="{CF2C6757-99FF-4EDE-A4A2-E78F9F26659F}" srcOrd="1" destOrd="0" presId="urn:microsoft.com/office/officeart/2005/8/layout/orgChart1"/>
    <dgm:cxn modelId="{A5CFC13F-B2D8-4DF3-B908-A0F21102D5D4}" type="presOf" srcId="{986C1E81-D088-4AC1-958D-9953E8EAE3F1}" destId="{2B6425EA-1E8E-469A-BCAC-9EFA9FC4CBD2}" srcOrd="1" destOrd="0" presId="urn:microsoft.com/office/officeart/2005/8/layout/orgChart1"/>
    <dgm:cxn modelId="{164CCE3F-6A74-429B-9A4F-B4AD892FA169}" type="presOf" srcId="{C51AF903-CEDF-4342-81ED-3F7A46B02181}" destId="{F128252C-89A4-46E5-925A-F02BCFCC6D8F}" srcOrd="0" destOrd="0" presId="urn:microsoft.com/office/officeart/2005/8/layout/orgChart1"/>
    <dgm:cxn modelId="{3922F840-6042-4F65-838F-AF09DEDE54D2}" type="presOf" srcId="{0128484E-117A-4D7A-B7BB-60D306586382}" destId="{7E79BB14-85F9-4973-8F07-A31982EE0397}" srcOrd="1" destOrd="0" presId="urn:microsoft.com/office/officeart/2005/8/layout/orgChart1"/>
    <dgm:cxn modelId="{0BA7205B-7A3A-42D3-86EB-1C9EB8C048CA}" srcId="{A5E1FE42-3A8C-43D2-AF26-DA4CE9EEF097}" destId="{6818A746-663E-4AF5-8C7A-EDC7CFFE3A70}" srcOrd="68" destOrd="0" parTransId="{918159BA-C2C3-4E59-A702-0905D5B7E2C8}" sibTransId="{DD0F6DD0-9C08-421F-8E1C-C4C5C73E9A47}"/>
    <dgm:cxn modelId="{AAA1D65B-FE4D-452F-B3C7-4C9C76821B8E}" type="presOf" srcId="{421BD2FD-532D-4F91-88B8-39E0ACFDC896}" destId="{E6F9EAA2-21DD-487E-B0CB-1B31251B86E9}" srcOrd="1" destOrd="0" presId="urn:microsoft.com/office/officeart/2005/8/layout/orgChart1"/>
    <dgm:cxn modelId="{AA95B45C-DBA7-4FF3-8392-2A4F75E2ED89}" type="presOf" srcId="{3B5C51BA-20F2-4D97-B53E-68A36C71356D}" destId="{2B7C1A4C-8C9C-46CD-AF67-1CCB4926F3D9}" srcOrd="1" destOrd="0" presId="urn:microsoft.com/office/officeart/2005/8/layout/orgChart1"/>
    <dgm:cxn modelId="{50B86F5E-FBC8-425C-8493-63387AD4343F}" type="presOf" srcId="{8EC7FBAC-D17E-4037-908D-B66BC1553982}" destId="{A8D55124-11FD-4DF2-8216-519B72115604}" srcOrd="1" destOrd="0" presId="urn:microsoft.com/office/officeart/2005/8/layout/orgChart1"/>
    <dgm:cxn modelId="{159CDE5E-A1F0-4BE3-AC44-3473B8490125}" srcId="{A5E1FE42-3A8C-43D2-AF26-DA4CE9EEF097}" destId="{41392BA4-8750-4ACB-B7CC-82744A838C33}" srcOrd="0" destOrd="0" parTransId="{C4E2B94E-343B-4DDA-A85F-010D36BDD0B8}" sibTransId="{8ABF7244-9CA1-4B8B-A664-564C8E4FD34B}"/>
    <dgm:cxn modelId="{E7F18B5F-6484-4F8A-B355-B633E5207DD1}" srcId="{A5E1FE42-3A8C-43D2-AF26-DA4CE9EEF097}" destId="{A86D5B83-18E3-44C6-AA8F-8C9A578668F8}" srcOrd="84" destOrd="0" parTransId="{10928D60-2CFF-478D-8C1B-4AAD79E00B62}" sibTransId="{C9FCE095-8CD9-4E34-8DCD-19BE15440EB3}"/>
    <dgm:cxn modelId="{D06B0960-076D-4160-9A7C-B7F179F7525D}" srcId="{A5E1FE42-3A8C-43D2-AF26-DA4CE9EEF097}" destId="{14C61F63-B105-4240-A28B-DE5AA4B6D2D0}" srcOrd="14" destOrd="0" parTransId="{6F9E26C7-0F6A-45A9-8724-A37883A840D9}" sibTransId="{83C8F27A-979B-4759-B144-23C38685BA3F}"/>
    <dgm:cxn modelId="{4E383760-BBE4-436B-AE16-0B2B9FB71FE4}" srcId="{A5E1FE42-3A8C-43D2-AF26-DA4CE9EEF097}" destId="{B7AB7410-F04C-49A4-86C8-9CD69896A532}" srcOrd="17" destOrd="0" parTransId="{9BBBF6EB-62DA-45BA-9BE7-F48E08829C7B}" sibTransId="{60BA72FA-42C6-4D15-8BB1-D727B8B0BCBA}"/>
    <dgm:cxn modelId="{87C3DB60-4A06-4B0D-86BD-FB323381ED7C}" srcId="{A5E1FE42-3A8C-43D2-AF26-DA4CE9EEF097}" destId="{4969992B-5D6B-48BC-BB56-B6DFA9E3D0F1}" srcOrd="6" destOrd="0" parTransId="{4A61ECBC-FE93-4B91-8D4F-3360E37238FA}" sibTransId="{262CE036-8473-4B62-A76E-F2ACE6C65F95}"/>
    <dgm:cxn modelId="{6FFF6341-ACBD-45C0-83E6-CC6462EE93F0}" type="presOf" srcId="{66BB8724-ABC8-47C5-B597-7869CFC6B992}" destId="{2C9A0E68-76CC-43F5-9C26-2EE3CCDCEBAD}" srcOrd="1" destOrd="0" presId="urn:microsoft.com/office/officeart/2005/8/layout/orgChart1"/>
    <dgm:cxn modelId="{3B6A9B42-BBE5-4EED-8C37-223254CA85EE}" srcId="{A5E1FE42-3A8C-43D2-AF26-DA4CE9EEF097}" destId="{EF6F00F5-1175-409A-9417-5352535A790C}" srcOrd="73" destOrd="0" parTransId="{3077249C-CDFF-4BA6-B855-4CDDB70CD588}" sibTransId="{585DFCE9-D115-4FC8-9CB7-3A83FC616709}"/>
    <dgm:cxn modelId="{9757B842-0719-4AE2-BFD4-3253F1A378E1}" type="presOf" srcId="{DB90F7B9-47ED-4263-AE08-DFB4D8AD746B}" destId="{CBAE5752-3FD6-440D-9D79-1A36161F75DA}" srcOrd="1" destOrd="0" presId="urn:microsoft.com/office/officeart/2005/8/layout/orgChart1"/>
    <dgm:cxn modelId="{27A0CE62-EBF2-42E5-B5CD-832685677B19}" type="presOf" srcId="{A5A5976A-C008-49A0-9BC3-DA1E65E27CE8}" destId="{C9A0CF06-EA9E-4BE0-BEC8-A4C9FB190ABD}" srcOrd="1" destOrd="0" presId="urn:microsoft.com/office/officeart/2005/8/layout/orgChart1"/>
    <dgm:cxn modelId="{040F6363-4AFE-4874-9057-1841AA48FC05}" type="presOf" srcId="{C6240ADF-D079-4564-9577-78CD19E7D1F6}" destId="{59446861-DAD7-4812-A723-0AEA19FB6C72}" srcOrd="1" destOrd="0" presId="urn:microsoft.com/office/officeart/2005/8/layout/orgChart1"/>
    <dgm:cxn modelId="{B81E1B44-3756-4DD7-AA2C-E943AB2812AA}" srcId="{A5E1FE42-3A8C-43D2-AF26-DA4CE9EEF097}" destId="{372ECD0E-8318-41D8-AC27-99AD6E57E8B9}" srcOrd="51" destOrd="0" parTransId="{6EB943DB-D05A-4568-8D79-83AA36A767BA}" sibTransId="{531556CF-0591-40CD-8CF4-069B6A49C1A5}"/>
    <dgm:cxn modelId="{637E8044-9242-4725-B4C1-271E48714864}" srcId="{A5E1FE42-3A8C-43D2-AF26-DA4CE9EEF097}" destId="{201D7BBC-91C4-490E-B2E8-4DD476200F51}" srcOrd="106" destOrd="0" parTransId="{E5819D99-228E-4385-8C5B-24A4071673FD}" sibTransId="{A66C3FC4-13CF-42A6-92E9-C19C947AD157}"/>
    <dgm:cxn modelId="{00EE1E65-41CD-4D81-A119-F6EB3C4A56B9}" type="presOf" srcId="{48FBC2F5-1F9A-476F-B680-029F4815E07C}" destId="{8EAE61DA-161D-42A1-9724-28E6D742AE19}" srcOrd="0" destOrd="0" presId="urn:microsoft.com/office/officeart/2005/8/layout/orgChart1"/>
    <dgm:cxn modelId="{DD564166-2439-4929-ADB7-AFD911BE29D5}" srcId="{A5E1FE42-3A8C-43D2-AF26-DA4CE9EEF097}" destId="{48FBC2F5-1F9A-476F-B680-029F4815E07C}" srcOrd="47" destOrd="0" parTransId="{22F376CF-6B93-4DF1-9183-117D5145F97A}" sibTransId="{D2C0076A-B184-4795-ABC3-76A5CA921FD0}"/>
    <dgm:cxn modelId="{DCC78766-9E85-4FF2-B3F0-0105FCA0B401}" srcId="{A5E1FE42-3A8C-43D2-AF26-DA4CE9EEF097}" destId="{7F8DA47B-4F4F-4592-B4C6-806A514C263E}" srcOrd="1" destOrd="0" parTransId="{778B2A3C-A5D9-4CD7-961D-EAADED0D0D7C}" sibTransId="{66C27121-0814-4FE6-B32C-19D238585F32}"/>
    <dgm:cxn modelId="{FBFB7D47-D3F7-476C-B0AF-D0DF6494DD38}" srcId="{A5E1FE42-3A8C-43D2-AF26-DA4CE9EEF097}" destId="{B96B8FD3-D303-4C8E-9BFC-CC0DE5BBF94C}" srcOrd="50" destOrd="0" parTransId="{8CE9A8AF-6E78-41CD-8ECB-5E6F5AA75144}" sibTransId="{FDF56CB2-A82B-436C-8D61-13D2AC6E08E1}"/>
    <dgm:cxn modelId="{AE5BAF47-84C0-4470-9906-BE3FFBD72B4F}" srcId="{A5E1FE42-3A8C-43D2-AF26-DA4CE9EEF097}" destId="{78635706-4C9B-456F-A7C7-2488D48CA2D1}" srcOrd="39" destOrd="0" parTransId="{63554321-229D-46C4-8C48-5BF29156E4FD}" sibTransId="{191ECA8F-A2EE-41A9-A596-3444BDCD8AEC}"/>
    <dgm:cxn modelId="{9B63B347-7A63-48D5-8C5E-7F0465C9068D}" srcId="{A5E1FE42-3A8C-43D2-AF26-DA4CE9EEF097}" destId="{7099550F-9001-49AC-ADC2-BBF9F647D44F}" srcOrd="72" destOrd="0" parTransId="{4227EF5B-6E4D-40A1-8D59-0F7AD81DAEFD}" sibTransId="{13F2F556-271C-4382-83F6-2DC17243B069}"/>
    <dgm:cxn modelId="{36BB0E69-D549-4848-A541-508F5D7BD018}" srcId="{A5E1FE42-3A8C-43D2-AF26-DA4CE9EEF097}" destId="{9F10F5B4-4BDB-445F-977E-211B7FBC3075}" srcOrd="109" destOrd="0" parTransId="{1108AF74-0A87-48EE-8EE4-CCFBA2B23CE3}" sibTransId="{3A74FA0A-C0DA-4509-891D-34373F0A9E10}"/>
    <dgm:cxn modelId="{C2742A69-D4E6-46DA-B024-46535B3E2C14}" type="presOf" srcId="{A0A2CE28-0D86-4769-8627-646C618BFE83}" destId="{8512894F-F060-4D06-A8D5-FC46F483CE68}" srcOrd="1" destOrd="0" presId="urn:microsoft.com/office/officeart/2005/8/layout/orgChart1"/>
    <dgm:cxn modelId="{EFEE5569-2984-4C89-9A95-17B542946401}" type="presOf" srcId="{3E57434B-E507-47E2-962D-C49CA9EB7595}" destId="{9BBA5A24-5D4A-4E97-96CD-EB1B8F066B2D}" srcOrd="1" destOrd="0" presId="urn:microsoft.com/office/officeart/2005/8/layout/orgChart1"/>
    <dgm:cxn modelId="{B02FF169-62C0-408C-A378-229AB6BBB86E}" srcId="{A5E1FE42-3A8C-43D2-AF26-DA4CE9EEF097}" destId="{1A8FA525-F1BE-4DFD-9B85-FB55DB9B4E71}" srcOrd="64" destOrd="0" parTransId="{F0843D06-6831-4BED-A255-E9329C8EE301}" sibTransId="{6D4259CE-D340-4EDC-9121-AF28F0AEE079}"/>
    <dgm:cxn modelId="{F7926E6A-C9B8-40D0-BA26-AC82B1CFBCF2}" srcId="{A5E1FE42-3A8C-43D2-AF26-DA4CE9EEF097}" destId="{4D68B7BC-F2B2-47AA-A34B-710F199884B8}" srcOrd="123" destOrd="0" parTransId="{55AA881A-EFB2-4D80-92D7-8C38121487B0}" sibTransId="{B649AA91-33B3-4C4F-8903-DDCC6B5AA0F6}"/>
    <dgm:cxn modelId="{16D4994A-2A7F-41C4-BDB5-70716CF0859C}" type="presOf" srcId="{7099550F-9001-49AC-ADC2-BBF9F647D44F}" destId="{DEFD345A-CBE1-4A11-9AD1-4C2F4AEE76AD}" srcOrd="0" destOrd="0" presId="urn:microsoft.com/office/officeart/2005/8/layout/orgChart1"/>
    <dgm:cxn modelId="{3F41FC6A-F450-4DC8-8EFE-8E04BAEF30B8}" type="presOf" srcId="{B9D3D584-F557-46D1-A5DD-3E7E160C7D70}" destId="{A75F004F-4019-41BD-9FED-6A551EF69A5D}" srcOrd="1" destOrd="0" presId="urn:microsoft.com/office/officeart/2005/8/layout/orgChart1"/>
    <dgm:cxn modelId="{5B5F2A6B-E06F-4E7B-9742-C33FD0E38F9D}" type="presOf" srcId="{F67B36D1-E078-4BB2-BEB6-923215B1E3EA}" destId="{2BF4E106-4432-4176-862F-4A7123DBA097}" srcOrd="0" destOrd="0" presId="urn:microsoft.com/office/officeart/2005/8/layout/orgChart1"/>
    <dgm:cxn modelId="{74C2D74B-6151-4BA9-B769-C67743DF6FC9}" type="presOf" srcId="{4D735574-5221-4D1C-9394-13AB17A1FF5F}" destId="{EF63522C-2B79-4866-B9F4-556DFABB714F}" srcOrd="0" destOrd="0" presId="urn:microsoft.com/office/officeart/2005/8/layout/orgChart1"/>
    <dgm:cxn modelId="{02A63D6C-6E63-4189-A7FD-9FC4492A69DC}" srcId="{A5E1FE42-3A8C-43D2-AF26-DA4CE9EEF097}" destId="{66DB4CE2-CE61-4F1F-827E-EA7B7360FD7F}" srcOrd="56" destOrd="0" parTransId="{3F7931CC-214D-4119-902F-235766AC7484}" sibTransId="{201BA02C-C061-4558-80BB-83EEF8B6073B}"/>
    <dgm:cxn modelId="{85A5574C-E98B-4797-86C9-69C9C88F842C}" type="presOf" srcId="{FF88409E-7107-4BCA-8454-FA02F038BBD3}" destId="{3FA08A3C-62D8-44EB-B0B0-DC3647A42C75}" srcOrd="0" destOrd="0" presId="urn:microsoft.com/office/officeart/2005/8/layout/orgChart1"/>
    <dgm:cxn modelId="{08D87F4D-9431-4028-8A10-F820F6F023B6}" srcId="{A5E1FE42-3A8C-43D2-AF26-DA4CE9EEF097}" destId="{4BE04499-73B2-4105-AA24-A38099C60F63}" srcOrd="41" destOrd="0" parTransId="{F6B72237-5E2B-4B01-A475-04C47CBD034B}" sibTransId="{721C6C25-B839-4C9D-BC58-73E105C5C66A}"/>
    <dgm:cxn modelId="{5637886D-4D14-498C-90C7-E5FE8E63DF45}" type="presOf" srcId="{C24811FE-58EF-49DA-BF91-715DCFBB8D97}" destId="{D9FEB06D-144E-42AF-8779-2696E17E9FFA}" srcOrd="0" destOrd="0" presId="urn:microsoft.com/office/officeart/2005/8/layout/orgChart1"/>
    <dgm:cxn modelId="{AE16CC4D-4A2A-4483-AD59-DC729A1B1596}" type="presOf" srcId="{3C22FC63-22AE-4534-9CDB-374655E17296}" destId="{D719DC07-126C-49EA-AFB1-B95D26941EF3}" srcOrd="1" destOrd="0" presId="urn:microsoft.com/office/officeart/2005/8/layout/orgChart1"/>
    <dgm:cxn modelId="{0A65694E-6141-435C-817C-D9FC1B9A20A6}" type="presOf" srcId="{3361C825-E735-4EFF-9B6F-9B5D56C795E0}" destId="{4D7AD4DF-E154-4462-967E-A18F47C6CA39}" srcOrd="0" destOrd="0" presId="urn:microsoft.com/office/officeart/2005/8/layout/orgChart1"/>
    <dgm:cxn modelId="{DE61AD6E-8CD0-4876-938B-87B0A60FE2E4}" srcId="{A5E1FE42-3A8C-43D2-AF26-DA4CE9EEF097}" destId="{03872FCD-EECB-42EE-B54F-391205CFD7CF}" srcOrd="130" destOrd="0" parTransId="{E6D3CCD5-B10E-4403-A640-16DA4CF5D3B9}" sibTransId="{BA0FD79B-290A-4C24-A64F-8B333D8246FA}"/>
    <dgm:cxn modelId="{5B64CF4E-D745-4A0D-9171-4405B3F83331}" type="presOf" srcId="{2FC671EB-CFE0-46B3-947B-C662905C2C6B}" destId="{18D4FA7B-0047-4FB2-96F3-C77C4B11399F}" srcOrd="0" destOrd="0" presId="urn:microsoft.com/office/officeart/2005/8/layout/orgChart1"/>
    <dgm:cxn modelId="{474B426F-C2A9-40E0-A676-D6EF03DE6FE2}" srcId="{A5E1FE42-3A8C-43D2-AF26-DA4CE9EEF097}" destId="{EDBCCCD7-611B-4EDC-ACE8-D8B6349A97A2}" srcOrd="98" destOrd="0" parTransId="{63427AC2-6FBD-4152-B84B-0AD6AA3E858C}" sibTransId="{F3167033-1F7F-4080-8F25-9A4FE83F9492}"/>
    <dgm:cxn modelId="{54523F70-48B1-4EBD-813A-8F364B3AAE23}" srcId="{A5E1FE42-3A8C-43D2-AF26-DA4CE9EEF097}" destId="{2ADC89E5-72B4-406B-A94B-0FEE30021D98}" srcOrd="40" destOrd="0" parTransId="{C1D6DA7F-B54D-4550-9F9F-659A5EC0605E}" sibTransId="{8365D306-E18C-4E1F-B77D-03FFBDDEB3B6}"/>
    <dgm:cxn modelId="{18FE0371-36C1-41EB-96C5-1FEE18C1748C}" type="presOf" srcId="{1B3BDC65-A3B7-42ED-B0A6-CBF099D80470}" destId="{EF29CF07-871F-43EC-9F37-9FEE4881A288}" srcOrd="1" destOrd="0" presId="urn:microsoft.com/office/officeart/2005/8/layout/orgChart1"/>
    <dgm:cxn modelId="{64999E51-8508-4072-8A52-15E07C61100C}" type="presOf" srcId="{D8408792-AC63-4E39-B443-CF88681F7FF3}" destId="{D6993667-08FB-4C89-8B69-15E930AED7F2}" srcOrd="0" destOrd="0" presId="urn:microsoft.com/office/officeart/2005/8/layout/orgChart1"/>
    <dgm:cxn modelId="{E8236A52-DB71-42B7-9328-91589E150029}" type="presOf" srcId="{FE82A106-C03A-4B06-8CBA-B71C4931DD73}" destId="{C3EEDD17-2758-4B26-B41A-56655266E772}" srcOrd="0" destOrd="0" presId="urn:microsoft.com/office/officeart/2005/8/layout/orgChart1"/>
    <dgm:cxn modelId="{6F39EB52-5CCE-41F7-B30F-076371458EA2}" type="presOf" srcId="{F7CE717C-A4B4-4752-B345-3D865838357A}" destId="{53671F4B-C8E1-429B-B52B-D83EED79F566}" srcOrd="1" destOrd="0" presId="urn:microsoft.com/office/officeart/2005/8/layout/orgChart1"/>
    <dgm:cxn modelId="{41940273-BC1F-4338-9D7C-FF8958CA5F3B}" type="presOf" srcId="{8CC0265B-F537-43E5-B5BA-B683FF5833E0}" destId="{BD01C86F-CBBA-4AD7-BDCB-4D1739084680}" srcOrd="1" destOrd="0" presId="urn:microsoft.com/office/officeart/2005/8/layout/orgChart1"/>
    <dgm:cxn modelId="{29C63F73-47B6-4FAA-AF0D-3C52D4AC5E52}" srcId="{A5E1FE42-3A8C-43D2-AF26-DA4CE9EEF097}" destId="{0D7AF1BD-3915-4CB4-BA08-9AFFC44891B9}" srcOrd="102" destOrd="0" parTransId="{E981C48D-2B2C-47FC-98D2-17177C708CE1}" sibTransId="{6FE890D4-8AC8-4CF5-BFCB-B69B27A99787}"/>
    <dgm:cxn modelId="{C948BC73-2D58-4F95-8F27-ACB9EE56FD57}" type="presOf" srcId="{614944AB-28D4-416D-8470-B031EFDAF6BD}" destId="{047FA78C-C9BD-43CF-B06A-1CDCE440CD57}" srcOrd="0" destOrd="0" presId="urn:microsoft.com/office/officeart/2005/8/layout/orgChart1"/>
    <dgm:cxn modelId="{87156774-73AA-4444-8988-EDA4D80CCDFB}" type="presOf" srcId="{BBD57494-2A9C-4992-AA1A-3ABB689FE916}" destId="{60B7C456-DEE0-4646-BDF1-A7D62C45AD55}" srcOrd="1" destOrd="0" presId="urn:microsoft.com/office/officeart/2005/8/layout/orgChart1"/>
    <dgm:cxn modelId="{93A64E74-A4CD-4952-A509-28B98559C5A0}" type="presOf" srcId="{AF4A84F9-E5B0-4AD4-987E-2DC2BC2266B8}" destId="{4C8FE397-B85B-4963-9E70-1B240D280056}" srcOrd="1" destOrd="0" presId="urn:microsoft.com/office/officeart/2005/8/layout/orgChart1"/>
    <dgm:cxn modelId="{24477A54-0A4B-4FB9-939F-CA4CAAA2E769}" type="presOf" srcId="{FE82A106-C03A-4B06-8CBA-B71C4931DD73}" destId="{9A06AC39-4CBF-4BC1-9354-50A2EAA4A9A4}" srcOrd="1" destOrd="0" presId="urn:microsoft.com/office/officeart/2005/8/layout/orgChart1"/>
    <dgm:cxn modelId="{19B0A154-D211-4893-A942-C9D8890DAB7F}" type="presOf" srcId="{A5A5976A-C008-49A0-9BC3-DA1E65E27CE8}" destId="{A94B94AB-25C5-4813-A304-FE061224B4A1}" srcOrd="0" destOrd="0" presId="urn:microsoft.com/office/officeart/2005/8/layout/orgChart1"/>
    <dgm:cxn modelId="{EF415355-8543-44E9-9444-8E70763F818A}" type="presOf" srcId="{66BB8724-ABC8-47C5-B597-7869CFC6B992}" destId="{6E259986-8F5D-42F3-806F-B68ABFB3CBC9}" srcOrd="0" destOrd="0" presId="urn:microsoft.com/office/officeart/2005/8/layout/orgChart1"/>
    <dgm:cxn modelId="{22B45D76-5C09-4BBC-B398-4183FC5A0EF8}" type="presOf" srcId="{48D9226B-0288-41D7-8BB1-9DAB07FD4C9E}" destId="{BBD3276B-0428-4A61-B55E-3001B97EB798}" srcOrd="1" destOrd="0" presId="urn:microsoft.com/office/officeart/2005/8/layout/orgChart1"/>
    <dgm:cxn modelId="{C2DA5756-F02F-465B-865A-28B3FBF29B3F}" srcId="{A5E1FE42-3A8C-43D2-AF26-DA4CE9EEF097}" destId="{9416AA18-6AE3-4939-934A-CDD5973AB16E}" srcOrd="58" destOrd="0" parTransId="{01A7DE1F-E4B8-400A-9E13-A468286C7747}" sibTransId="{3EB39966-B54F-4D02-835B-D5E2A055C118}"/>
    <dgm:cxn modelId="{FA659C56-0A16-452A-93F5-444E1D7B8840}" type="presOf" srcId="{54931DA9-A9B3-4611-914C-2C6C3F96FFFD}" destId="{E12161AA-4829-4DDB-A21D-0DCCBFD5A6E5}" srcOrd="1" destOrd="0" presId="urn:microsoft.com/office/officeart/2005/8/layout/orgChart1"/>
    <dgm:cxn modelId="{DC8EA076-3DA6-49FD-8247-3A4845246604}" srcId="{A5E1FE42-3A8C-43D2-AF26-DA4CE9EEF097}" destId="{0864F5D6-DF91-459B-92BD-79BFB692EC32}" srcOrd="108" destOrd="0" parTransId="{CEAF8A7E-6263-471B-8E51-378C962ED6C2}" sibTransId="{DD7D6ADC-B724-4799-8DB1-728A4921662F}"/>
    <dgm:cxn modelId="{96F7D356-B55C-4916-9502-D6A4E201D770}" type="presOf" srcId="{74A2E348-2585-4684-9E45-B6274390763C}" destId="{CB746C26-06FB-406B-BEF5-083E22CAB091}" srcOrd="1" destOrd="0" presId="urn:microsoft.com/office/officeart/2005/8/layout/orgChart1"/>
    <dgm:cxn modelId="{0E8BE056-182F-4E49-BDF5-7B8A58820979}" srcId="{A5E1FE42-3A8C-43D2-AF26-DA4CE9EEF097}" destId="{8EC7FBAC-D17E-4037-908D-B66BC1553982}" srcOrd="76" destOrd="0" parTransId="{F60C9B76-5792-413C-93AF-C9D3DD42E009}" sibTransId="{4F0EF3B6-936F-425D-97D9-6442E8F94327}"/>
    <dgm:cxn modelId="{32934A58-3919-41CA-8C4A-F360A6729091}" type="presOf" srcId="{3B9D4C5F-01BC-4352-AC6A-AA14C566624E}" destId="{EF507F7B-61E6-4C64-9449-14BD4041D190}" srcOrd="1" destOrd="0" presId="urn:microsoft.com/office/officeart/2005/8/layout/orgChart1"/>
    <dgm:cxn modelId="{EA437778-6FBE-41DF-B0DA-FCA1031E321F}" srcId="{A5E1FE42-3A8C-43D2-AF26-DA4CE9EEF097}" destId="{E84E71B0-9FD8-431B-A1D1-CC3AD729FD51}" srcOrd="115" destOrd="0" parTransId="{BCBFA62C-E7DA-4C33-9B0F-709EF288D177}" sibTransId="{8CC4188D-4001-4DEE-9699-57AC99A09D7C}"/>
    <dgm:cxn modelId="{178B9078-159D-4FC3-92E0-6A493737F294}" type="presOf" srcId="{A86D5B83-18E3-44C6-AA8F-8C9A578668F8}" destId="{36FE831C-08DF-4EA0-AA18-28764207F24E}" srcOrd="0" destOrd="0" presId="urn:microsoft.com/office/officeart/2005/8/layout/orgChart1"/>
    <dgm:cxn modelId="{65BE9558-C9FC-4220-B9D2-5A916E0D0494}" srcId="{A5E1FE42-3A8C-43D2-AF26-DA4CE9EEF097}" destId="{8D8A759A-F101-41F5-8E2D-C4B8AA86D8A1}" srcOrd="134" destOrd="0" parTransId="{AEA34FFB-0005-44A8-9EB3-463BF99A6B29}" sibTransId="{22BB0EA0-778F-496D-A17E-8BA96EBBE856}"/>
    <dgm:cxn modelId="{7BFDA458-6A42-4633-B1B0-4092CAFC4ABF}" type="presOf" srcId="{C6240ADF-D079-4564-9577-78CD19E7D1F6}" destId="{F878E779-8F9E-4D66-8043-FB9AD377CC59}" srcOrd="0" destOrd="0" presId="urn:microsoft.com/office/officeart/2005/8/layout/orgChart1"/>
    <dgm:cxn modelId="{0BECE378-E141-48BB-8918-C7BA569A3B2E}" srcId="{A5E1FE42-3A8C-43D2-AF26-DA4CE9EEF097}" destId="{1D32CAD9-DA58-4CBC-90E1-87A75D516933}" srcOrd="114" destOrd="0" parTransId="{93B29AAA-51E7-4B1F-A8DB-141A7731EF9D}" sibTransId="{B2616A26-EBB3-4DA0-91EF-FC199332FBFC}"/>
    <dgm:cxn modelId="{B170CC59-B1F8-4776-A2B0-17C5EC677B4C}" type="presOf" srcId="{2570F209-430B-40A8-821E-AC0D70AF767A}" destId="{15A66F26-433D-47E9-A413-62E819B73D68}" srcOrd="1" destOrd="0" presId="urn:microsoft.com/office/officeart/2005/8/layout/orgChart1"/>
    <dgm:cxn modelId="{8023205A-5C2F-4C8E-9534-633D07126B18}" srcId="{A5E1FE42-3A8C-43D2-AF26-DA4CE9EEF097}" destId="{4D735574-5221-4D1C-9394-13AB17A1FF5F}" srcOrd="52" destOrd="0" parTransId="{827B5E62-04DD-462E-9BAA-F0BF0BDC92B2}" sibTransId="{676BB21E-5FBB-4E7B-86FA-6D78C0F46300}"/>
    <dgm:cxn modelId="{B217777A-A37D-4957-809D-B820B377EBD6}" srcId="{A5E1FE42-3A8C-43D2-AF26-DA4CE9EEF097}" destId="{0128484E-117A-4D7A-B7BB-60D306586382}" srcOrd="97" destOrd="0" parTransId="{4CE16591-D4D9-4149-AB0B-AD7EF5866BC4}" sibTransId="{454D722D-1939-4D08-BF77-7C7952B0C1E2}"/>
    <dgm:cxn modelId="{E101F85A-86F5-4439-AF4F-1E7570B0AE80}" srcId="{A5E1FE42-3A8C-43D2-AF26-DA4CE9EEF097}" destId="{ED95C1E8-6B71-40E6-B26B-75227E4D0611}" srcOrd="35" destOrd="0" parTransId="{D85B79FA-ADB2-4F86-B82C-48159641CB06}" sibTransId="{25DDD2E1-2461-47F7-9D21-8F23E4972984}"/>
    <dgm:cxn modelId="{79B51A7B-1947-4378-92D5-5E80FF72B4CD}" type="presOf" srcId="{7815D7B2-B573-4F63-95B6-7546708A95CF}" destId="{35A6FDDB-D1FA-4C11-915D-FED80ABDEA93}" srcOrd="1" destOrd="0" presId="urn:microsoft.com/office/officeart/2005/8/layout/orgChart1"/>
    <dgm:cxn modelId="{47236E7D-EE43-49A5-9F0F-9FE61A6199F9}" srcId="{A5E1FE42-3A8C-43D2-AF26-DA4CE9EEF097}" destId="{59DA5C68-FA85-4326-88F9-AE3E8F12D55A}" srcOrd="49" destOrd="0" parTransId="{30FEC31A-5104-436A-A189-82A8C0F0E2A8}" sibTransId="{52408E1F-FF4D-4931-8F49-4084A2D7625F}"/>
    <dgm:cxn modelId="{89CA727D-D372-4566-8A2C-9831232B0F6C}" srcId="{A5E1FE42-3A8C-43D2-AF26-DA4CE9EEF097}" destId="{5D6A506C-ED6B-4234-9D9B-22CE2A4DC305}" srcOrd="4" destOrd="0" parTransId="{3E0FD7CD-3FF0-40F2-A39E-03E23D9C5004}" sibTransId="{C40D07FD-1503-4265-A651-EB3EF393BC10}"/>
    <dgm:cxn modelId="{8A7C947E-829B-4F17-A868-8CBCE33EB8ED}" type="presOf" srcId="{4BE04499-73B2-4105-AA24-A38099C60F63}" destId="{893850D5-FB02-44CC-A33F-C3B3822B0535}" srcOrd="0" destOrd="0" presId="urn:microsoft.com/office/officeart/2005/8/layout/orgChart1"/>
    <dgm:cxn modelId="{66335180-628C-4317-8BE0-D274F97F1E38}" srcId="{A5E1FE42-3A8C-43D2-AF26-DA4CE9EEF097}" destId="{2A47712A-C10D-45C8-B912-C2565FADAB2B}" srcOrd="75" destOrd="0" parTransId="{3002394A-7890-49C1-8560-793EA4927EF6}" sibTransId="{06B569FF-EA89-46E9-8F54-A7822AEDCFB1}"/>
    <dgm:cxn modelId="{36915280-0D44-4E57-8F7A-0A09FED197E1}" type="presOf" srcId="{EDBCCCD7-611B-4EDC-ACE8-D8B6349A97A2}" destId="{3DEC3D8A-4AEA-427F-AE46-AC15D42EB55E}" srcOrd="0" destOrd="0" presId="urn:microsoft.com/office/officeart/2005/8/layout/orgChart1"/>
    <dgm:cxn modelId="{5FB1C580-0CCB-4B44-A25C-53B1B0DF96D0}" type="presOf" srcId="{3B9D4C5F-01BC-4352-AC6A-AA14C566624E}" destId="{25011FE6-9C12-4496-8B7A-D70537EC2E71}" srcOrd="0" destOrd="0" presId="urn:microsoft.com/office/officeart/2005/8/layout/orgChart1"/>
    <dgm:cxn modelId="{0F37DC81-3ED9-4EB3-AA87-B7FD5A0F83E9}" type="presOf" srcId="{E5AC692F-69E3-4703-9B0F-460F66DF79E8}" destId="{98959994-E75E-4BA1-9E16-BC60ED007D88}" srcOrd="1" destOrd="0" presId="urn:microsoft.com/office/officeart/2005/8/layout/orgChart1"/>
    <dgm:cxn modelId="{00E73A83-8D26-447A-ACDE-8C508082811F}" type="presOf" srcId="{2A47712A-C10D-45C8-B912-C2565FADAB2B}" destId="{E9B7ED02-21CA-4AE9-8E1F-0E2F0B092ADF}" srcOrd="0" destOrd="0" presId="urn:microsoft.com/office/officeart/2005/8/layout/orgChart1"/>
    <dgm:cxn modelId="{840BF184-5E8F-4DFE-B8E3-CDB3DA384415}" srcId="{A5E1FE42-3A8C-43D2-AF26-DA4CE9EEF097}" destId="{14A902A1-ACC6-4439-AE25-86C946F00DE9}" srcOrd="105" destOrd="0" parTransId="{74F2964D-85F4-45BA-B705-E3C8E41E8ED7}" sibTransId="{47FC7D96-E74C-46AE-A749-E2C0B18F13A4}"/>
    <dgm:cxn modelId="{78423685-4825-4B59-ADD8-EB11C90D7D9F}" srcId="{A5E1FE42-3A8C-43D2-AF26-DA4CE9EEF097}" destId="{70D38B75-7F26-494F-8A04-E7E7B5E7EFB3}" srcOrd="8" destOrd="0" parTransId="{13360627-88F5-4FA7-8B6C-0D08E14380C3}" sibTransId="{79D97751-98BF-452B-ADD5-73167EBD097F}"/>
    <dgm:cxn modelId="{29EDBF85-6C43-449A-960E-736B5ECC1E60}" type="presOf" srcId="{8935A840-CFF3-454B-ADF1-7403D237523F}" destId="{ED0D86B7-A32F-4411-B572-800C9E418196}" srcOrd="0" destOrd="0" presId="urn:microsoft.com/office/officeart/2005/8/layout/orgChart1"/>
    <dgm:cxn modelId="{EEB3EA86-C81B-4E3D-A6A5-CD95BD7DBE1B}" srcId="{A5E1FE42-3A8C-43D2-AF26-DA4CE9EEF097}" destId="{9E23B182-4365-4460-AEAA-D6FC5DD96E6F}" srcOrd="96" destOrd="0" parTransId="{52C88212-6401-4B6B-800C-70AB0A08A67E}" sibTransId="{AA3D406F-650A-46E9-BBBA-DDDCA0D4CE24}"/>
    <dgm:cxn modelId="{71E3F686-2161-4A85-ADD6-C93780347B28}" type="presOf" srcId="{4969992B-5D6B-48BC-BB56-B6DFA9E3D0F1}" destId="{C00A3234-5ACB-44A6-B3A7-BA9AE3599D27}" srcOrd="0" destOrd="0" presId="urn:microsoft.com/office/officeart/2005/8/layout/orgChart1"/>
    <dgm:cxn modelId="{50970587-D74A-4C46-A075-F379CBA1B574}" type="presOf" srcId="{66DB4CE2-CE61-4F1F-827E-EA7B7360FD7F}" destId="{61FA4898-EC9B-414E-BCE9-EA4245D95212}" srcOrd="0" destOrd="0" presId="urn:microsoft.com/office/officeart/2005/8/layout/orgChart1"/>
    <dgm:cxn modelId="{69C23888-14A4-4191-90F7-1EE76680D67E}" type="presOf" srcId="{3E57434B-E507-47E2-962D-C49CA9EB7595}" destId="{89B5BC51-F764-4419-9A74-D455EFFA638C}" srcOrd="0" destOrd="0" presId="urn:microsoft.com/office/officeart/2005/8/layout/orgChart1"/>
    <dgm:cxn modelId="{D24C4F89-99EA-41D5-9FFF-A23A597CEB78}" type="presOf" srcId="{421BD2FD-532D-4F91-88B8-39E0ACFDC896}" destId="{54C5046A-2700-497B-A9EC-5C0B8E25B0CB}" srcOrd="0" destOrd="0" presId="urn:microsoft.com/office/officeart/2005/8/layout/orgChart1"/>
    <dgm:cxn modelId="{1E2D0D8A-3B8A-43F4-8DEA-FF971DD498CE}" type="presOf" srcId="{8EC7FBAC-D17E-4037-908D-B66BC1553982}" destId="{54E908AA-1CA5-451F-9296-E56462555E71}" srcOrd="0" destOrd="0" presId="urn:microsoft.com/office/officeart/2005/8/layout/orgChart1"/>
    <dgm:cxn modelId="{F2DD2F8A-542D-4F9C-AA7F-123F6E7BC4AA}" type="presOf" srcId="{2570F209-430B-40A8-821E-AC0D70AF767A}" destId="{5E5CF048-8E45-4CBB-8377-7F7FF16697C6}" srcOrd="0" destOrd="0" presId="urn:microsoft.com/office/officeart/2005/8/layout/orgChart1"/>
    <dgm:cxn modelId="{60525D8B-0365-4FE2-A145-BEE5AD8F0759}" type="presOf" srcId="{53EFAF2D-7830-4D75-ABDB-F3AF7E55D868}" destId="{B22BD578-E44C-4151-9E6F-CDE7B1F757A5}" srcOrd="1" destOrd="0" presId="urn:microsoft.com/office/officeart/2005/8/layout/orgChart1"/>
    <dgm:cxn modelId="{2AEE308D-A308-4C87-9CCE-3CF44AB9BEAF}" srcId="{A5E1FE42-3A8C-43D2-AF26-DA4CE9EEF097}" destId="{4501777F-ADE0-4544-AB4C-3F3564ECAFBE}" srcOrd="80" destOrd="0" parTransId="{07D52360-81E6-4C18-BCE6-4137C3556748}" sibTransId="{E13FBA40-DB26-454C-A5AC-37B3814B065B}"/>
    <dgm:cxn modelId="{A99AED8D-1E4A-4645-A195-8AACE7DEB192}" type="presOf" srcId="{7815D7B2-B573-4F63-95B6-7546708A95CF}" destId="{20E1DA5C-735C-4255-B0A3-5AC0639B1269}" srcOrd="0" destOrd="0" presId="urn:microsoft.com/office/officeart/2005/8/layout/orgChart1"/>
    <dgm:cxn modelId="{4768BA8F-D101-4D74-A759-2DC8A25EDB1D}" type="presOf" srcId="{B035D277-A128-49E8-914F-4230FE21264E}" destId="{FFC48732-C014-4892-A98F-19E1C2B90154}" srcOrd="0" destOrd="0" presId="urn:microsoft.com/office/officeart/2005/8/layout/orgChart1"/>
    <dgm:cxn modelId="{47B3C18F-0323-4DB2-96B7-289207E6571B}" type="presOf" srcId="{67EB7732-209E-41EF-8E6B-0C1A910A5D72}" destId="{834E9A8F-78AA-4A76-A05D-A90207CB562D}" srcOrd="0" destOrd="0" presId="urn:microsoft.com/office/officeart/2005/8/layout/orgChart1"/>
    <dgm:cxn modelId="{A0918390-F3BE-4468-8097-5268C9B0673A}" type="presOf" srcId="{4177A1C9-DC5C-4175-AAF4-0FF02237C4F7}" destId="{5C52F21F-425C-4E34-A5F0-B1B094EEEB40}" srcOrd="1" destOrd="0" presId="urn:microsoft.com/office/officeart/2005/8/layout/orgChart1"/>
    <dgm:cxn modelId="{15EA9790-2AAD-468B-A2B5-60BC3B4E38A0}" type="presOf" srcId="{EF6F00F5-1175-409A-9417-5352535A790C}" destId="{D4D70564-336A-4740-BE5B-F1DEEFB0096A}" srcOrd="0" destOrd="0" presId="urn:microsoft.com/office/officeart/2005/8/layout/orgChart1"/>
    <dgm:cxn modelId="{B4EA0591-B928-4375-83B3-05333983FF3F}" srcId="{A5E1FE42-3A8C-43D2-AF26-DA4CE9EEF097}" destId="{E963C71B-9ADE-41BA-BCB9-85C51BDE9F50}" srcOrd="111" destOrd="0" parTransId="{E67E793F-A30F-4D03-B060-513A432408D3}" sibTransId="{210180E0-1406-4B76-8A72-51C266D9F6AB}"/>
    <dgm:cxn modelId="{DB8FCA91-DB63-4014-8539-AC7F28A367B5}" srcId="{A5E1FE42-3A8C-43D2-AF26-DA4CE9EEF097}" destId="{54931DA9-A9B3-4611-914C-2C6C3F96FFFD}" srcOrd="33" destOrd="0" parTransId="{30A93BAC-9173-43B5-B918-2221251968CC}" sibTransId="{7C1F2692-5516-4517-B548-8A626025765D}"/>
    <dgm:cxn modelId="{0A8A4792-D377-49A0-A967-A7787170054C}" srcId="{A5E1FE42-3A8C-43D2-AF26-DA4CE9EEF097}" destId="{A5A5976A-C008-49A0-9BC3-DA1E65E27CE8}" srcOrd="13" destOrd="0" parTransId="{DDF9CA61-DAAF-425A-B74A-88454A34D874}" sibTransId="{CF396F1A-28A1-4FC0-95B8-5B406CF1AA0E}"/>
    <dgm:cxn modelId="{EB13E592-0319-46D5-8860-5D2601828700}" srcId="{A5E1FE42-3A8C-43D2-AF26-DA4CE9EEF097}" destId="{76B92785-8FB1-4B40-8103-DA877E2ACA51}" srcOrd="29" destOrd="0" parTransId="{F2775292-464E-4E3E-9420-F75B3D80483B}" sibTransId="{632BF7A3-5F78-4D07-85FA-4045126D0EEE}"/>
    <dgm:cxn modelId="{EE1B1193-A025-4AE3-B21F-32D61E656C60}" type="presOf" srcId="{36E0EF89-7E6D-4150-95B8-8DAEFE89FB0F}" destId="{85807973-D54F-435D-8AE4-9E87BB29DC1B}" srcOrd="1" destOrd="0" presId="urn:microsoft.com/office/officeart/2005/8/layout/orgChart1"/>
    <dgm:cxn modelId="{EFEE9394-BA15-40AD-86F5-C42E4DC96F9F}" type="presOf" srcId="{C78CC192-2B96-46E9-87AF-2EE549E270D3}" destId="{3B25982E-E310-4B8B-9177-DD69E463BA71}" srcOrd="1" destOrd="0" presId="urn:microsoft.com/office/officeart/2005/8/layout/orgChart1"/>
    <dgm:cxn modelId="{16C9F994-3776-4AE9-951C-5B4EBE80B2EB}" srcId="{A5E1FE42-3A8C-43D2-AF26-DA4CE9EEF097}" destId="{4D6D9C0F-6B8B-45DF-9993-8B7551B4516C}" srcOrd="85" destOrd="0" parTransId="{1CE48A31-0D06-4C72-AD6C-FA8656AE46CF}" sibTransId="{90E048F9-2026-4304-B41C-DEA2DE842AB8}"/>
    <dgm:cxn modelId="{155D4995-4627-45ED-877E-939900349126}" type="presOf" srcId="{2F2450E5-4C8A-4265-90A5-9C81FCAC1D80}" destId="{C36BE4BE-EB7E-4275-8D69-008DF3B69106}" srcOrd="0" destOrd="0" presId="urn:microsoft.com/office/officeart/2005/8/layout/orgChart1"/>
    <dgm:cxn modelId="{D8B94C95-4ABE-4384-9F57-9083ECCF3EF6}" type="presOf" srcId="{70C2AC3B-40E7-4C28-A151-19CE6319A06A}" destId="{9D71FE87-42AF-4DBC-B58A-E71EE55DFD27}" srcOrd="1" destOrd="0" presId="urn:microsoft.com/office/officeart/2005/8/layout/orgChart1"/>
    <dgm:cxn modelId="{B81E2698-D324-402C-9771-B8D82DCDCFF8}" type="presOf" srcId="{04305B27-20B6-4005-B550-83A33319EEE0}" destId="{E0B4B164-8F67-4BDD-A919-172157D65FDB}" srcOrd="0" destOrd="0" presId="urn:microsoft.com/office/officeart/2005/8/layout/orgChart1"/>
    <dgm:cxn modelId="{4D954798-C635-4652-B8D1-EA1D6006AD56}" type="presOf" srcId="{9E23B182-4365-4460-AEAA-D6FC5DD96E6F}" destId="{C9BBFB41-B537-4BFB-997B-155F6C200BC0}" srcOrd="0" destOrd="0" presId="urn:microsoft.com/office/officeart/2005/8/layout/orgChart1"/>
    <dgm:cxn modelId="{61FC6A98-9DF3-4D66-BFA1-5D6C413A9335}" type="presOf" srcId="{ED95C1E8-6B71-40E6-B26B-75227E4D0611}" destId="{EF7B9364-47CB-4E1A-9544-59BF1BB5A31A}" srcOrd="0" destOrd="0" presId="urn:microsoft.com/office/officeart/2005/8/layout/orgChart1"/>
    <dgm:cxn modelId="{24CCF199-5FCA-4D0A-B0ED-F9EA063EC920}" type="presOf" srcId="{DA4548FF-54DD-4AED-9C82-D731A7B8536F}" destId="{ABE3E90C-3AA7-4F7A-AE69-A24FABEB8A6A}" srcOrd="0" destOrd="0" presId="urn:microsoft.com/office/officeart/2005/8/layout/orgChart1"/>
    <dgm:cxn modelId="{657D809A-B118-42F8-91E0-4337BF8FB385}" srcId="{A5E1FE42-3A8C-43D2-AF26-DA4CE9EEF097}" destId="{6DFEF80C-4092-4246-818F-691B1AEF02DC}" srcOrd="122" destOrd="0" parTransId="{C480CAAC-6EF8-4083-90D9-E3C27463376C}" sibTransId="{C0986BFF-0070-4C71-9FF3-A5B85BAC7EA2}"/>
    <dgm:cxn modelId="{6613309B-9344-4399-A647-317F133A241E}" srcId="{A5E1FE42-3A8C-43D2-AF26-DA4CE9EEF097}" destId="{67C4C7A1-A6BC-4644-9593-B58CA2A383E4}" srcOrd="45" destOrd="0" parTransId="{0D7C818D-1191-40ED-B93F-06749B9F7A87}" sibTransId="{BAED86C9-D706-4E28-8266-4259545B5958}"/>
    <dgm:cxn modelId="{7FEEC29B-6D3F-4070-AAE5-74DD1D7EE0B8}" type="presOf" srcId="{92157D6B-7738-48A1-9FD3-EE7A2D976CD9}" destId="{BBE5133D-1F3C-41EC-98E6-FA29A0DF6E0A}" srcOrd="1" destOrd="0" presId="urn:microsoft.com/office/officeart/2005/8/layout/orgChart1"/>
    <dgm:cxn modelId="{9EB9D89B-4F65-4FEF-85FB-8C07CF6FFA98}" type="presOf" srcId="{66DB4CE2-CE61-4F1F-827E-EA7B7360FD7F}" destId="{176D09CC-4033-499A-8307-7D52AF188E85}" srcOrd="1" destOrd="0" presId="urn:microsoft.com/office/officeart/2005/8/layout/orgChart1"/>
    <dgm:cxn modelId="{AC6CA99C-9B83-46C0-B12E-C30752737A90}" srcId="{A5E1FE42-3A8C-43D2-AF26-DA4CE9EEF097}" destId="{E4E6D1B8-3E60-4E04-A388-455ED7E292F9}" srcOrd="119" destOrd="0" parTransId="{87B327D1-E28A-49A0-9A42-BCFB78F6D494}" sibTransId="{E52C2FE0-0309-4315-BFA0-95EE84542A9C}"/>
    <dgm:cxn modelId="{EEBDB09C-0AD6-477F-9B4A-731DD1EB7E33}" srcId="{A5E1FE42-3A8C-43D2-AF26-DA4CE9EEF097}" destId="{5E18485A-4361-4D44-950D-B5B1E40E6034}" srcOrd="36" destOrd="0" parTransId="{55FAAA2E-E0DC-496F-804D-9BBB4982AD89}" sibTransId="{4376A7DD-E76A-4671-B502-45492DFC1E74}"/>
    <dgm:cxn modelId="{1ACDDD9C-6995-4BD9-B1F6-C73215CE4C46}" type="presOf" srcId="{78DF15B4-0E8C-47D5-8792-36C985B46406}" destId="{EC6FF0EA-8522-47EA-BD4A-34DC0C2C3A9A}" srcOrd="0" destOrd="0" presId="urn:microsoft.com/office/officeart/2005/8/layout/orgChart1"/>
    <dgm:cxn modelId="{12A47B9D-1046-4229-8E27-85F63915CF47}" type="presOf" srcId="{215ADA86-3F19-4978-A0CC-51A6ADAC643B}" destId="{5D72C87B-DE29-44BA-8BA1-A05D0FCC7768}" srcOrd="1" destOrd="0" presId="urn:microsoft.com/office/officeart/2005/8/layout/orgChart1"/>
    <dgm:cxn modelId="{ED92F89D-54DF-4E7C-A432-84625B8A2794}" type="presOf" srcId="{2DC1AE3D-7119-41C7-8CE1-0E7217F7F597}" destId="{2917EA79-0C5E-4D54-9204-27F19CEB538F}" srcOrd="1" destOrd="0" presId="urn:microsoft.com/office/officeart/2005/8/layout/orgChart1"/>
    <dgm:cxn modelId="{ABA8FB9D-938D-415C-BCCF-9C83B8F7E1E4}" type="presOf" srcId="{B035D277-A128-49E8-914F-4230FE21264E}" destId="{20F70C26-BB36-40AC-9E54-88E7E96886D4}" srcOrd="1" destOrd="0" presId="urn:microsoft.com/office/officeart/2005/8/layout/orgChart1"/>
    <dgm:cxn modelId="{148D26A0-454E-4F29-804C-FCE8907CD57E}" type="presOf" srcId="{9416AA18-6AE3-4939-934A-CDD5973AB16E}" destId="{012CC650-D837-4AFA-B413-CBCD5CF3BEE6}" srcOrd="1" destOrd="0" presId="urn:microsoft.com/office/officeart/2005/8/layout/orgChart1"/>
    <dgm:cxn modelId="{81D38AA0-014C-4B7F-8820-B741810D622B}" type="presOf" srcId="{F145F7F9-FBC2-4165-922F-AC5D10A5B6A3}" destId="{D007A41B-F785-43D3-B0D2-FC9074B5DD2E}" srcOrd="0" destOrd="0" presId="urn:microsoft.com/office/officeart/2005/8/layout/orgChart1"/>
    <dgm:cxn modelId="{93985DA1-4564-44F3-8A4E-6824EAC5EABF}" type="presOf" srcId="{53EFAF2D-7830-4D75-ABDB-F3AF7E55D868}" destId="{5C257910-8015-489F-A4D6-61588683AECA}" srcOrd="0" destOrd="0" presId="urn:microsoft.com/office/officeart/2005/8/layout/orgChart1"/>
    <dgm:cxn modelId="{5ABFAAA1-E056-4B9B-8D80-E60D6188E836}" type="presOf" srcId="{04305B27-20B6-4005-B550-83A33319EEE0}" destId="{994FD4D9-2BFA-4D5B-AB7E-7B8055DD511F}" srcOrd="1" destOrd="0" presId="urn:microsoft.com/office/officeart/2005/8/layout/orgChart1"/>
    <dgm:cxn modelId="{9A6C66A2-714F-4677-8C8E-903F4E5AE8B3}" type="presOf" srcId="{C51AF903-CEDF-4342-81ED-3F7A46B02181}" destId="{342E7C86-8A14-4806-AB47-DCF2064F5B6A}" srcOrd="1" destOrd="0" presId="urn:microsoft.com/office/officeart/2005/8/layout/orgChart1"/>
    <dgm:cxn modelId="{ACBB16A4-E9C7-4A5A-93BA-0D63B3EB74B2}" type="presOf" srcId="{A5E1FE42-3A8C-43D2-AF26-DA4CE9EEF097}" destId="{0AC4C786-ED26-4C6A-908C-855D7B7B10C2}" srcOrd="0" destOrd="0" presId="urn:microsoft.com/office/officeart/2005/8/layout/orgChart1"/>
    <dgm:cxn modelId="{ACB03EA4-C4AE-473E-B74B-C0CD1E30A189}" srcId="{A5E1FE42-3A8C-43D2-AF26-DA4CE9EEF097}" destId="{3361C825-E735-4EFF-9B6F-9B5D56C795E0}" srcOrd="54" destOrd="0" parTransId="{358407A2-337E-4496-A19F-F0F064898A23}" sibTransId="{F3AFECDA-CBF0-4337-AAE9-1ACDA731FA35}"/>
    <dgm:cxn modelId="{01E410A6-4D55-4FB4-A003-5594D5D7A1E6}" type="presOf" srcId="{C9C9FBDB-A8D3-424A-A8A5-635C8E2241C9}" destId="{9AC7024B-CFA3-4795-8084-0DF18EBE8B8B}" srcOrd="0" destOrd="0" presId="urn:microsoft.com/office/officeart/2005/8/layout/orgChart1"/>
    <dgm:cxn modelId="{CD9C96A6-6423-4650-9B23-CE4E8496AE1E}" srcId="{A5E1FE42-3A8C-43D2-AF26-DA4CE9EEF097}" destId="{2F2450E5-4C8A-4265-90A5-9C81FCAC1D80}" srcOrd="65" destOrd="0" parTransId="{44825DBD-3A06-47DF-87F8-033CA88EAB4F}" sibTransId="{7AA3BC93-E8CA-4BB4-A354-724D8CE08A32}"/>
    <dgm:cxn modelId="{FE2A09A7-101A-404D-BC69-E30050164EE5}" srcId="{A5E1FE42-3A8C-43D2-AF26-DA4CE9EEF097}" destId="{495FC6F6-DC95-4BC2-A13F-9AE87ECD3010}" srcOrd="53" destOrd="0" parTransId="{94C487A4-E08B-479D-8856-5DCCAFA0F13F}" sibTransId="{5AF53A15-8587-48C4-BF31-746E41204A21}"/>
    <dgm:cxn modelId="{6D1851A7-48AD-4320-9D87-4C7DEB8ADADE}" srcId="{A5E1FE42-3A8C-43D2-AF26-DA4CE9EEF097}" destId="{D4575A53-C7A9-422F-87FA-2DDC633F6275}" srcOrd="121" destOrd="0" parTransId="{D1986877-91EF-464F-84C0-F70428EAEACB}" sibTransId="{D0B716FE-2485-4C0C-8E00-8752C875E680}"/>
    <dgm:cxn modelId="{6A4E32A8-FACD-4FF9-B3DB-2127BA01C04D}" type="presOf" srcId="{1B3BDC65-A3B7-42ED-B0A6-CBF099D80470}" destId="{A5B3995B-7E89-464B-8A65-8B573732792A}" srcOrd="0" destOrd="0" presId="urn:microsoft.com/office/officeart/2005/8/layout/orgChart1"/>
    <dgm:cxn modelId="{B1488DA8-4E3E-4071-954B-FAAF81DB5F95}" type="presOf" srcId="{EDBCCCD7-611B-4EDC-ACE8-D8B6349A97A2}" destId="{F4A811A2-C3EE-4599-99D9-088B315DF484}" srcOrd="1" destOrd="0" presId="urn:microsoft.com/office/officeart/2005/8/layout/orgChart1"/>
    <dgm:cxn modelId="{CD4B32A9-637A-4665-8FE3-5EDCD4C48387}" type="presOf" srcId="{2FC671EB-CFE0-46B3-947B-C662905C2C6B}" destId="{B438446D-5424-4A87-BA43-8C454F71C86F}" srcOrd="1" destOrd="0" presId="urn:microsoft.com/office/officeart/2005/8/layout/orgChart1"/>
    <dgm:cxn modelId="{137078A9-888E-4DE3-A089-F27E6ECEBF55}" srcId="{A5E1FE42-3A8C-43D2-AF26-DA4CE9EEF097}" destId="{22596E74-22DB-4A87-84F3-84EDFC10FFF8}" srcOrd="129" destOrd="0" parTransId="{3381A405-4EBA-4379-B167-74071F73E892}" sibTransId="{A389C07B-9E13-42DE-8FDA-66DBEF1986FE}"/>
    <dgm:cxn modelId="{B743DEA9-2332-41B3-B2C5-AE858A6FB3F9}" srcId="{A5E1FE42-3A8C-43D2-AF26-DA4CE9EEF097}" destId="{3265C571-C324-492B-9185-AA757F30D981}" srcOrd="135" destOrd="0" parTransId="{8CA92B22-D415-4188-8B80-AB434CAB082C}" sibTransId="{34EE7E1D-DD21-443B-8E5F-E05AEB4E23CA}"/>
    <dgm:cxn modelId="{BD8BE1A9-9591-48F2-82CE-225E2BDA9FB6}" type="presOf" srcId="{B7AB7410-F04C-49A4-86C8-9CD69896A532}" destId="{81D4210D-77DC-4105-886B-B347756AC6EF}" srcOrd="1" destOrd="0" presId="urn:microsoft.com/office/officeart/2005/8/layout/orgChart1"/>
    <dgm:cxn modelId="{89AA1CAA-8C27-470B-948F-C6C852D8A15E}" type="presOf" srcId="{614944AB-28D4-416D-8470-B031EFDAF6BD}" destId="{4862A205-5FBD-4EE3-9809-FFC4ABAE82D1}" srcOrd="1" destOrd="0" presId="urn:microsoft.com/office/officeart/2005/8/layout/orgChart1"/>
    <dgm:cxn modelId="{5A381DAC-5935-473C-9C72-6E5D1387EDBA}" srcId="{A5E1FE42-3A8C-43D2-AF26-DA4CE9EEF097}" destId="{30330A5B-C6D5-46A7-AE73-F7EFB1C8798E}" srcOrd="104" destOrd="0" parTransId="{4F76A875-8A8E-4F87-A08C-900C97E9091B}" sibTransId="{513C197C-BDB4-482D-9D83-0546AA676371}"/>
    <dgm:cxn modelId="{D8C2C3AC-C2F6-46DC-81A7-01A0BB3109EC}" type="presOf" srcId="{8CC0265B-F537-43E5-B5BA-B683FF5833E0}" destId="{DA0DF361-FD1F-4993-92BF-E45607FB0D36}" srcOrd="0" destOrd="0" presId="urn:microsoft.com/office/officeart/2005/8/layout/orgChart1"/>
    <dgm:cxn modelId="{466D06AD-3365-435F-911B-7AB06DBF9DE1}" type="presOf" srcId="{78635706-4C9B-456F-A7C7-2488D48CA2D1}" destId="{4DE14FC3-201B-4F4C-B525-94BC3A40DD94}" srcOrd="1" destOrd="0" presId="urn:microsoft.com/office/officeart/2005/8/layout/orgChart1"/>
    <dgm:cxn modelId="{6FF464AD-3B3E-486F-BCB6-82D87C89C847}" srcId="{A5E1FE42-3A8C-43D2-AF26-DA4CE9EEF097}" destId="{04305B27-20B6-4005-B550-83A33319EEE0}" srcOrd="91" destOrd="0" parTransId="{FE789E3F-CF35-4973-BDE8-213889B74040}" sibTransId="{52600CF7-B5D3-4BA2-A6B3-108E9A3C8699}"/>
    <dgm:cxn modelId="{8A608CAD-E3B2-404B-BD90-520E40C74763}" type="presOf" srcId="{74A2E348-2585-4684-9E45-B6274390763C}" destId="{CA944095-1481-4C56-91DE-2B702C8E9B9C}" srcOrd="0" destOrd="0" presId="urn:microsoft.com/office/officeart/2005/8/layout/orgChart1"/>
    <dgm:cxn modelId="{925592AF-330C-426C-A806-49FCEDF2059D}" srcId="{A5E1FE42-3A8C-43D2-AF26-DA4CE9EEF097}" destId="{F67B36D1-E078-4BB2-BEB6-923215B1E3EA}" srcOrd="25" destOrd="0" parTransId="{D2672FCF-C5BF-42A0-B7D3-E066679C2C82}" sibTransId="{438EF156-3ED4-417A-A22C-AAB80C427FC5}"/>
    <dgm:cxn modelId="{029CD1AF-B8BA-40AD-BB2C-5372F2939B11}" srcId="{A5E1FE42-3A8C-43D2-AF26-DA4CE9EEF097}" destId="{67EB7732-209E-41EF-8E6B-0C1A910A5D72}" srcOrd="26" destOrd="0" parTransId="{9684BEC0-F70E-44F4-99C0-1B36AFF40DD9}" sibTransId="{3AB033DC-6283-41DF-9D3B-37F58A5E91A1}"/>
    <dgm:cxn modelId="{59BEAEB3-C5B6-49E3-9385-8AE58102FDBA}" srcId="{A5E1FE42-3A8C-43D2-AF26-DA4CE9EEF097}" destId="{D4CF6DAE-D5B2-4671-B012-1705DF2F3960}" srcOrd="38" destOrd="0" parTransId="{9178FB8E-912C-491A-89C7-76FECB48A5C8}" sibTransId="{9EF275B6-B0F4-4C69-87E6-E2F02FE4C64F}"/>
    <dgm:cxn modelId="{51C53EB6-1393-42E3-92C6-8AB736AEE0B3}" type="presOf" srcId="{D8408792-AC63-4E39-B443-CF88681F7FF3}" destId="{8B709920-E579-4F2E-A93E-B9B7E6BC9B8E}" srcOrd="1" destOrd="0" presId="urn:microsoft.com/office/officeart/2005/8/layout/orgChart1"/>
    <dgm:cxn modelId="{A12A8BB6-B12D-461D-A698-47C3375690C9}" type="presOf" srcId="{495FC6F6-DC95-4BC2-A13F-9AE87ECD3010}" destId="{18524633-0B80-4992-B57A-420828588247}" srcOrd="0" destOrd="0" presId="urn:microsoft.com/office/officeart/2005/8/layout/orgChart1"/>
    <dgm:cxn modelId="{FBB863B7-52D0-484B-A2E7-56D2B24B8F01}" srcId="{A5E1FE42-3A8C-43D2-AF26-DA4CE9EEF097}" destId="{92260179-412F-4DFB-B3E6-D37ADFAB4682}" srcOrd="32" destOrd="0" parTransId="{422ED817-C12C-47AA-BF88-535FB31A7131}" sibTransId="{5FEBAA51-488D-4741-BFE8-C4DCE4FB12D3}"/>
    <dgm:cxn modelId="{12E265B7-4AB7-41C2-97C2-83D49CC65496}" type="presOf" srcId="{A0A2CE28-0D86-4769-8627-646C618BFE83}" destId="{6F430980-D0B8-47E6-83AF-25F594BAC0CB}" srcOrd="0" destOrd="0" presId="urn:microsoft.com/office/officeart/2005/8/layout/orgChart1"/>
    <dgm:cxn modelId="{219F4AB7-1A77-440B-AB3C-51B1304E82ED}" type="presOf" srcId="{E7B0D0A0-EFB1-4F59-B282-6728682EFF72}" destId="{EE3F94CD-A372-43B6-AA95-F03E3ADFE666}" srcOrd="0" destOrd="0" presId="urn:microsoft.com/office/officeart/2005/8/layout/orgChart1"/>
    <dgm:cxn modelId="{F1474BB7-1F73-4BF7-AE03-34D5652BA625}" type="presOf" srcId="{8C1588ED-6030-4163-84BE-D1A3F334A0F5}" destId="{DB9E7AA4-0F5E-4FD2-AE80-ED468FEB3C3C}" srcOrd="1" destOrd="0" presId="urn:microsoft.com/office/officeart/2005/8/layout/orgChart1"/>
    <dgm:cxn modelId="{1E957BB7-B6E9-4919-BC96-1B4FB3F2A752}" type="presOf" srcId="{495FC6F6-DC95-4BC2-A13F-9AE87ECD3010}" destId="{A4B1FDDB-8388-4EC3-8383-1A1276099AF3}" srcOrd="1" destOrd="0" presId="urn:microsoft.com/office/officeart/2005/8/layout/orgChart1"/>
    <dgm:cxn modelId="{2DF8D3B7-5FAD-4728-ACA5-4506478B6E34}" type="presOf" srcId="{F67B36D1-E078-4BB2-BEB6-923215B1E3EA}" destId="{4A92BECE-38BE-48A9-96E0-FACBE4D46D23}" srcOrd="1" destOrd="0" presId="urn:microsoft.com/office/officeart/2005/8/layout/orgChart1"/>
    <dgm:cxn modelId="{B5E2D9B7-AD5E-4C79-B987-F6E866280AEE}" type="presOf" srcId="{A86D5B83-18E3-44C6-AA8F-8C9A578668F8}" destId="{91711E49-5CA0-469C-896B-288FEDC528E0}" srcOrd="1" destOrd="0" presId="urn:microsoft.com/office/officeart/2005/8/layout/orgChart1"/>
    <dgm:cxn modelId="{1B24E4B7-0BBA-4540-8F8B-E081A3E68E14}" srcId="{A5E1FE42-3A8C-43D2-AF26-DA4CE9EEF097}" destId="{7815D7B2-B573-4F63-95B6-7546708A95CF}" srcOrd="63" destOrd="0" parTransId="{516A465C-FA2F-4338-B7F7-7DEC35469E9E}" sibTransId="{E76004CC-FF84-4B1A-9D29-60BDF69F28D5}"/>
    <dgm:cxn modelId="{850B5AB9-B426-4582-8A8B-38223E1DBDD5}" type="presOf" srcId="{6818A746-663E-4AF5-8C7A-EDC7CFFE3A70}" destId="{A3D8DFED-1459-485F-8511-F965B5FC1828}" srcOrd="0" destOrd="0" presId="urn:microsoft.com/office/officeart/2005/8/layout/orgChart1"/>
    <dgm:cxn modelId="{D7D7D1B9-DE6D-421C-A74E-46A4FF88EA55}" srcId="{A5E1FE42-3A8C-43D2-AF26-DA4CE9EEF097}" destId="{421BD2FD-532D-4F91-88B8-39E0ACFDC896}" srcOrd="27" destOrd="0" parTransId="{1EEE44C3-6B7C-4F2E-AD1E-7CA59C88F195}" sibTransId="{146BC1B4-E1A1-4646-82E8-8ACD9B103C98}"/>
    <dgm:cxn modelId="{9DB5A2BA-F43C-4CD0-80B7-38EF96F2DA11}" srcId="{A5E1FE42-3A8C-43D2-AF26-DA4CE9EEF097}" destId="{4177A1C9-DC5C-4175-AAF4-0FF02237C4F7}" srcOrd="61" destOrd="0" parTransId="{BFDA9419-72C7-4AB4-9CBA-1429808E5E9D}" sibTransId="{CCEB5321-F8F4-451B-8E64-B298D1B0F8B1}"/>
    <dgm:cxn modelId="{D612FEBB-EF37-449E-91C2-71D9FF92661B}" type="presOf" srcId="{95FE218B-7BAF-4D02-A0CA-0950864BEC90}" destId="{C5975CE5-9CED-405F-AD87-E58F317B5F0A}" srcOrd="0" destOrd="0" presId="urn:microsoft.com/office/officeart/2005/8/layout/orgChart1"/>
    <dgm:cxn modelId="{5A5C15BC-817A-49C2-AF41-E848BE9DA582}" srcId="{A5E1FE42-3A8C-43D2-AF26-DA4CE9EEF097}" destId="{76DC990F-9A92-4926-B046-A04A8D7D1672}" srcOrd="113" destOrd="0" parTransId="{54601744-107A-400E-B55C-0E903D23D00B}" sibTransId="{7B1EE14A-5246-40F0-86F7-452ECF424CAB}"/>
    <dgm:cxn modelId="{31978ABD-F829-44AE-8012-1B24A0C39A75}" type="presOf" srcId="{B96B8FD3-D303-4C8E-9BFC-CC0DE5BBF94C}" destId="{8ACD6482-D2F6-4205-A3F6-0B7269111DD1}" srcOrd="0" destOrd="0" presId="urn:microsoft.com/office/officeart/2005/8/layout/orgChart1"/>
    <dgm:cxn modelId="{F0B6DABD-70CB-47CD-B4DF-C52CB14C103C}" srcId="{A5E1FE42-3A8C-43D2-AF26-DA4CE9EEF097}" destId="{4C85EE5B-745B-4A77-806D-8CB06EBDFCE4}" srcOrd="133" destOrd="0" parTransId="{D24D4459-5CC6-4CF4-A9AC-FB28B73CF77D}" sibTransId="{AC1AF6CE-B802-4288-9440-BA9F86261091}"/>
    <dgm:cxn modelId="{DE7DFDBD-D55F-4DC8-B1CC-2A797EDC138E}" type="presOf" srcId="{C7260841-FC13-4579-BE35-9706E73896D2}" destId="{15AA72BA-3F11-4A3B-89E3-2DAB558DCA2E}" srcOrd="1" destOrd="0" presId="urn:microsoft.com/office/officeart/2005/8/layout/orgChart1"/>
    <dgm:cxn modelId="{8FB700BE-990E-4525-A6C2-1570DB0F4EBC}" type="presOf" srcId="{7099550F-9001-49AC-ADC2-BBF9F647D44F}" destId="{7FB9B393-BB58-402E-845A-9E9157EC89E5}" srcOrd="1" destOrd="0" presId="urn:microsoft.com/office/officeart/2005/8/layout/orgChart1"/>
    <dgm:cxn modelId="{845DC1BE-A7A0-4370-8B1D-1D0A23314148}" srcId="{A5E1FE42-3A8C-43D2-AF26-DA4CE9EEF097}" destId="{1C53943C-CD6E-4F1E-9819-C6A831914655}" srcOrd="139" destOrd="0" parTransId="{1D88EDAD-AB24-4D53-B4A4-2699D790EB50}" sibTransId="{7E2A71FB-D42D-4FFC-B1A9-5FBADD0EF278}"/>
    <dgm:cxn modelId="{9E01B0C0-9C4F-4B04-A27B-36C5762FAC47}" type="presOf" srcId="{063A922E-988D-44FB-8812-0BE19C35C173}" destId="{866617BF-7C18-4887-A381-E9EBD05A2DAD}" srcOrd="0" destOrd="0" presId="urn:microsoft.com/office/officeart/2005/8/layout/orgChart1"/>
    <dgm:cxn modelId="{21D3BEC0-EFF5-4A4B-A29A-04D573D2C116}" type="presOf" srcId="{71CA7561-5941-47D7-9C4D-67A6A0AB5270}" destId="{54A9D873-FF82-4606-B56B-4DD625AEDEAD}" srcOrd="1" destOrd="0" presId="urn:microsoft.com/office/officeart/2005/8/layout/orgChart1"/>
    <dgm:cxn modelId="{50B01CC1-F2E2-4EBC-823E-3FB9FE59E1DF}" type="presOf" srcId="{ED95C1E8-6B71-40E6-B26B-75227E4D0611}" destId="{581F0E76-D880-460B-8B5E-43E857A8FAD8}" srcOrd="1" destOrd="0" presId="urn:microsoft.com/office/officeart/2005/8/layout/orgChart1"/>
    <dgm:cxn modelId="{C8373CC1-D931-40DD-A012-B69C549D7DA7}" srcId="{A5E1FE42-3A8C-43D2-AF26-DA4CE9EEF097}" destId="{36E0EF89-7E6D-4150-95B8-8DAEFE89FB0F}" srcOrd="37" destOrd="0" parTransId="{727F707D-DF3E-4642-A2E7-EE22576A3822}" sibTransId="{62845949-6606-4A2F-B131-F9EAE2DDEB0D}"/>
    <dgm:cxn modelId="{A3A8ADC1-3807-4B1C-BFA7-E957E8F3D855}" type="presOf" srcId="{36E0EF89-7E6D-4150-95B8-8DAEFE89FB0F}" destId="{AE3B5DFE-99BB-4E9E-9A29-8A8607F10002}" srcOrd="0" destOrd="0" presId="urn:microsoft.com/office/officeart/2005/8/layout/orgChart1"/>
    <dgm:cxn modelId="{A01511C3-DAEC-44B7-9A85-245D80479C14}" type="presOf" srcId="{95FE218B-7BAF-4D02-A0CA-0950864BEC90}" destId="{46EF5949-0434-46CB-B505-1494A91C8B0C}" srcOrd="1" destOrd="0" presId="urn:microsoft.com/office/officeart/2005/8/layout/orgChart1"/>
    <dgm:cxn modelId="{7008B9C3-D2DE-4360-A89D-43F1632F52DD}" type="presOf" srcId="{8E1DE876-EACE-43F6-8A4C-BB74757F124B}" destId="{863A68D7-ABF7-4AAC-9E25-0D1A2F0E87A4}" srcOrd="0" destOrd="0" presId="urn:microsoft.com/office/officeart/2005/8/layout/orgChart1"/>
    <dgm:cxn modelId="{060AFDC4-B1F8-4527-8EF0-A297C6992332}" srcId="{A5E1FE42-3A8C-43D2-AF26-DA4CE9EEF097}" destId="{8935A840-CFF3-454B-ADF1-7403D237523F}" srcOrd="5" destOrd="0" parTransId="{506DDB93-494A-4C08-88E9-3351C5041EE4}" sibTransId="{3383CBF9-7CFE-437C-ACB3-E97CD28A5F30}"/>
    <dgm:cxn modelId="{752316C5-FC00-46E3-90AF-9C2D28D791B3}" type="presOf" srcId="{AF4A84F9-E5B0-4AD4-987E-2DC2BC2266B8}" destId="{3F5A62AD-8A61-4409-9D61-2E5449091A27}" srcOrd="0" destOrd="0" presId="urn:microsoft.com/office/officeart/2005/8/layout/orgChart1"/>
    <dgm:cxn modelId="{E22495C7-E382-454C-888A-22EFBEC3117D}" type="presOf" srcId="{70D38B75-7F26-494F-8A04-E7E7B5E7EFB3}" destId="{33F09379-5A93-47A3-9998-8C18800E6C93}" srcOrd="1" destOrd="0" presId="urn:microsoft.com/office/officeart/2005/8/layout/orgChart1"/>
    <dgm:cxn modelId="{BC23F4C7-B351-4FFA-B4E5-984D99F3203A}" type="presOf" srcId="{C7260841-FC13-4579-BE35-9706E73896D2}" destId="{18278AD8-D929-4CC9-8B77-3D5B4B1C6217}" srcOrd="0" destOrd="0" presId="urn:microsoft.com/office/officeart/2005/8/layout/orgChart1"/>
    <dgm:cxn modelId="{104E65C8-A1A3-417D-83A1-CE54F1AA63C5}" type="presOf" srcId="{78DF15B4-0E8C-47D5-8792-36C985B46406}" destId="{57117F80-F27B-4454-8281-1BDE7D0D1EE5}" srcOrd="1" destOrd="0" presId="urn:microsoft.com/office/officeart/2005/8/layout/orgChart1"/>
    <dgm:cxn modelId="{4CBA77C8-4DAD-4D48-8983-9610F1665DDC}" type="presOf" srcId="{54931DA9-A9B3-4611-914C-2C6C3F96FFFD}" destId="{6C410F43-EA1A-41CD-ABAE-2962A3286A70}" srcOrd="0" destOrd="0" presId="urn:microsoft.com/office/officeart/2005/8/layout/orgChart1"/>
    <dgm:cxn modelId="{825A90C8-12AE-4FA6-BF1F-E0CF12868AF3}" srcId="{A5E1FE42-3A8C-43D2-AF26-DA4CE9EEF097}" destId="{614944AB-28D4-416D-8470-B031EFDAF6BD}" srcOrd="43" destOrd="0" parTransId="{D83D7EB1-62D7-454D-B176-CE704798FEB3}" sibTransId="{D12A4861-8294-4708-9FC9-29019B0C0ED9}"/>
    <dgm:cxn modelId="{F865F5C8-B52A-476F-AF93-C57F52FEC14E}" srcId="{A5E1FE42-3A8C-43D2-AF26-DA4CE9EEF097}" destId="{F145F7F9-FBC2-4165-922F-AC5D10A5B6A3}" srcOrd="57" destOrd="0" parTransId="{F226047E-E01E-44F3-9A5F-1D4D92E2EB46}" sibTransId="{B5071825-F808-4853-AFB6-9A96E196F0D0}"/>
    <dgm:cxn modelId="{86481CCD-5B7B-46AC-A0F1-A5AD6927541C}" srcId="{A5E1FE42-3A8C-43D2-AF26-DA4CE9EEF097}" destId="{3B5C51BA-20F2-4D97-B53E-68A36C71356D}" srcOrd="81" destOrd="0" parTransId="{C53E7329-5283-4FFF-96C5-B3627226B9AF}" sibTransId="{3F3F0A14-C27B-489B-81E8-2207EBDD0780}"/>
    <dgm:cxn modelId="{9E7A6DCD-31B0-400E-A0AC-EBDF833402AB}" type="presOf" srcId="{92157D6B-7738-48A1-9FD3-EE7A2D976CD9}" destId="{A97E72C2-BAF0-4C84-B1F1-5258E97765EF}" srcOrd="0" destOrd="0" presId="urn:microsoft.com/office/officeart/2005/8/layout/orgChart1"/>
    <dgm:cxn modelId="{5DD159CF-C6C6-4A13-8750-A950ACFF05FC}" type="presOf" srcId="{3361C825-E735-4EFF-9B6F-9B5D56C795E0}" destId="{7009F566-891A-4109-8F06-C2E9E8B71C4D}" srcOrd="1" destOrd="0" presId="urn:microsoft.com/office/officeart/2005/8/layout/orgChart1"/>
    <dgm:cxn modelId="{7584A0D1-445C-499F-B043-185E5EE140F3}" srcId="{A5E1FE42-3A8C-43D2-AF26-DA4CE9EEF097}" destId="{C24811FE-58EF-49DA-BF91-715DCFBB8D97}" srcOrd="12" destOrd="0" parTransId="{CB7DAC0E-A786-4AD9-BE2B-0B20C9E790D1}" sibTransId="{C4875D7B-56FA-448B-B1A9-1A09B63A4887}"/>
    <dgm:cxn modelId="{2351C4D1-70B7-4174-9D1B-417564AC4214}" type="presOf" srcId="{DA4548FF-54DD-4AED-9C82-D731A7B8536F}" destId="{65711EF3-DB0F-4FF7-9706-BE02B961E950}" srcOrd="1" destOrd="0" presId="urn:microsoft.com/office/officeart/2005/8/layout/orgChart1"/>
    <dgm:cxn modelId="{9530B2D2-9CB3-4E99-BCD5-BB0EC709834A}" type="presOf" srcId="{B9D3D584-F557-46D1-A5DD-3E7E160C7D70}" destId="{7E51CA86-940C-47B8-9A54-C5C2A683BC31}" srcOrd="0" destOrd="0" presId="urn:microsoft.com/office/officeart/2005/8/layout/orgChart1"/>
    <dgm:cxn modelId="{EE7641D3-68F5-4552-9798-9B234416B09E}" type="presOf" srcId="{6818A746-663E-4AF5-8C7A-EDC7CFFE3A70}" destId="{E1F7D251-7396-445E-9917-F20740ACE761}" srcOrd="1" destOrd="0" presId="urn:microsoft.com/office/officeart/2005/8/layout/orgChart1"/>
    <dgm:cxn modelId="{53AF6FD4-E7ED-498D-B925-80B4DC2251E1}" srcId="{A5E1FE42-3A8C-43D2-AF26-DA4CE9EEF097}" destId="{F913885F-05F5-420E-BD14-50726C99EF0B}" srcOrd="124" destOrd="0" parTransId="{97A798FB-50D4-4839-9F7E-210A29C1177E}" sibTransId="{1D6A6894-9D74-4E92-B185-46029E498138}"/>
    <dgm:cxn modelId="{20FE14D6-D00A-4750-A099-E436C8ABC9FC}" srcId="{A5E1FE42-3A8C-43D2-AF26-DA4CE9EEF097}" destId="{C9C9FBDB-A8D3-424A-A8A5-635C8E2241C9}" srcOrd="34" destOrd="0" parTransId="{80469145-FA18-4AB8-976A-CDC85E6DD0B0}" sibTransId="{BAC48E6A-6B98-4E1E-84DE-9209B21E09FF}"/>
    <dgm:cxn modelId="{82DF71D6-BC8C-4C89-9E9A-5F79DB2692B7}" type="presOf" srcId="{67C4C7A1-A6BC-4644-9593-B58CA2A383E4}" destId="{E17DD8B7-93BF-4AAD-AA05-511772A24446}" srcOrd="0" destOrd="0" presId="urn:microsoft.com/office/officeart/2005/8/layout/orgChart1"/>
    <dgm:cxn modelId="{C4FFA0D6-20EB-499F-A42C-195D269A4D1E}" srcId="{A5E1FE42-3A8C-43D2-AF26-DA4CE9EEF097}" destId="{0A645D54-69AA-4325-9102-0FE60201BCD5}" srcOrd="2" destOrd="0" parTransId="{67E6DC0F-4912-4834-ADFC-06BCD4DF1BCE}" sibTransId="{59734BB5-0ED9-4A31-9637-A0E8E045FBAE}"/>
    <dgm:cxn modelId="{1BBA7AD7-671C-460A-B041-F67EBFF8F7BF}" type="presOf" srcId="{4969992B-5D6B-48BC-BB56-B6DFA9E3D0F1}" destId="{7E05E62B-9594-4429-B464-AF897B62F8C4}" srcOrd="1" destOrd="0" presId="urn:microsoft.com/office/officeart/2005/8/layout/orgChart1"/>
    <dgm:cxn modelId="{C56AAED7-79EF-4DB5-A9C3-87C68D1C8F01}" type="presOf" srcId="{9CE69DD3-DF9A-4930-A484-7DF12DFAB011}" destId="{EC42351A-BBF5-4BD5-928D-F898091D495E}" srcOrd="1" destOrd="0" presId="urn:microsoft.com/office/officeart/2005/8/layout/orgChart1"/>
    <dgm:cxn modelId="{07E3ECD7-4A93-4811-90F1-EBFB107BEA3A}" type="presOf" srcId="{F1B4D988-3087-457D-A626-1618802577B8}" destId="{DA3505B3-91B2-4080-9CD5-EF634D2899A7}" srcOrd="0" destOrd="0" presId="urn:microsoft.com/office/officeart/2005/8/layout/orgChart1"/>
    <dgm:cxn modelId="{3B7C02D8-5C57-41D6-9932-0943736FA95C}" srcId="{A5E1FE42-3A8C-43D2-AF26-DA4CE9EEF097}" destId="{1F2BEED1-5FE0-49F4-8551-03D786982FC0}" srcOrd="118" destOrd="0" parTransId="{0E56D4AA-A07B-40A3-B0C4-1A02E72CF2AB}" sibTransId="{3E3DB837-B775-4C71-94C6-39C1FBCF2BFF}"/>
    <dgm:cxn modelId="{3CF02ED8-0BA0-4C1E-8A58-B4C396B066A8}" srcId="{A5E1FE42-3A8C-43D2-AF26-DA4CE9EEF097}" destId="{7E66581A-64E2-4B51-A71B-DB1B968564EF}" srcOrd="20" destOrd="0" parTransId="{6C8A216F-D2DF-49EB-B7E3-6F585F0A0BD4}" sibTransId="{109C112E-9C04-4B67-8F69-8A5A872A4A15}"/>
    <dgm:cxn modelId="{C15849D9-172C-4E3A-A021-0CF8BD1370E8}" type="presOf" srcId="{4BE04499-73B2-4105-AA24-A38099C60F63}" destId="{36554A1A-088A-422E-845A-FDB782BF635B}" srcOrd="1" destOrd="0" presId="urn:microsoft.com/office/officeart/2005/8/layout/orgChart1"/>
    <dgm:cxn modelId="{89665FDA-B8A5-41EC-8065-DC82F866CCD9}" type="presOf" srcId="{B7AB7410-F04C-49A4-86C8-9CD69896A532}" destId="{B2CC2984-F21B-469D-94E0-D8BB7AC7ABBC}" srcOrd="0" destOrd="0" presId="urn:microsoft.com/office/officeart/2005/8/layout/orgChart1"/>
    <dgm:cxn modelId="{2C1FFEDA-1230-447F-9355-EB1C27B2AEB3}" type="presOf" srcId="{92260179-412F-4DFB-B3E6-D37ADFAB4682}" destId="{50F80BE9-F90E-416C-8C44-597D5BBCD9EA}" srcOrd="0" destOrd="0" presId="urn:microsoft.com/office/officeart/2005/8/layout/orgChart1"/>
    <dgm:cxn modelId="{55D13FDB-51D0-472D-8AFB-4FCB53DB6EB1}" srcId="{A5E1FE42-3A8C-43D2-AF26-DA4CE9EEF097}" destId="{AF4A84F9-E5B0-4AD4-987E-2DC2BC2266B8}" srcOrd="22" destOrd="0" parTransId="{4CCA5DA5-1974-4B6B-9D6A-2C52C7E35C3F}" sibTransId="{EFD3F9DB-001E-48F5-A5AD-AF81325AA993}"/>
    <dgm:cxn modelId="{A1526DDB-CE5D-47E0-BDC5-7F7C1BD36308}" srcId="{A5E1FE42-3A8C-43D2-AF26-DA4CE9EEF097}" destId="{B6D15390-FF70-41F7-BD28-5F4BC7ADDB7F}" srcOrd="112" destOrd="0" parTransId="{8AC37916-6CA2-4BBA-857A-810E8514CA7F}" sibTransId="{32930260-9D75-45A1-94CE-0A512C76E7A1}"/>
    <dgm:cxn modelId="{45D184DC-4276-4AEA-BCD4-7EEE448FA2DA}" type="presOf" srcId="{D4CF6DAE-D5B2-4671-B012-1705DF2F3960}" destId="{D6BB40A6-422E-4D40-BA07-12B046D8B900}" srcOrd="0" destOrd="0" presId="urn:microsoft.com/office/officeart/2005/8/layout/orgChart1"/>
    <dgm:cxn modelId="{CC5BD2DD-DD3F-4F04-BC17-9FE614B05A4B}" type="presOf" srcId="{A77E65FA-806F-490E-AECE-643E09B1DE4A}" destId="{7B34ED7E-DF2D-4AAD-9177-6B2638298A91}" srcOrd="1" destOrd="0" presId="urn:microsoft.com/office/officeart/2005/8/layout/orgChart1"/>
    <dgm:cxn modelId="{7392A7DE-B4BA-4651-8A8E-6E882EA76033}" srcId="{A5E1FE42-3A8C-43D2-AF26-DA4CE9EEF097}" destId="{92157D6B-7738-48A1-9FD3-EE7A2D976CD9}" srcOrd="23" destOrd="0" parTransId="{D467CD3F-2FBE-4F25-9EF1-3A9491A795A5}" sibTransId="{80DCE92E-EBC2-4897-9E11-5F7EB124FD1A}"/>
    <dgm:cxn modelId="{E9C8BBDE-3CEB-4EE8-83FF-88844A37CBE8}" srcId="{A5E1FE42-3A8C-43D2-AF26-DA4CE9EEF097}" destId="{3B9D4C5F-01BC-4352-AC6A-AA14C566624E}" srcOrd="60" destOrd="0" parTransId="{5A5E8194-D286-4835-98FF-2EDE3A3D9B9D}" sibTransId="{1A5C3563-4B90-48EA-8D1F-C1BDE7ADEFA7}"/>
    <dgm:cxn modelId="{A4C425DF-5AB2-4094-A201-D1D0007A16D6}" srcId="{A5E1FE42-3A8C-43D2-AF26-DA4CE9EEF097}" destId="{48D9226B-0288-41D7-8BB1-9DAB07FD4C9E}" srcOrd="89" destOrd="0" parTransId="{A4C9C425-0480-4B13-8B48-C572AB27C84B}" sibTransId="{D58A1991-F596-4A63-86BD-3854C563E878}"/>
    <dgm:cxn modelId="{666E2DE0-010F-4CC5-B6FD-AC36C779531D}" type="presOf" srcId="{063A922E-988D-44FB-8812-0BE19C35C173}" destId="{A3A141E2-5F1D-46DC-8036-3BCEEE27DE86}" srcOrd="1" destOrd="0" presId="urn:microsoft.com/office/officeart/2005/8/layout/orgChart1"/>
    <dgm:cxn modelId="{8BC58FE1-E95F-4174-9086-8FC94DFBA949}" type="presOf" srcId="{76B92785-8FB1-4B40-8103-DA877E2ACA51}" destId="{856C2E88-94F9-48A5-95A0-80F065564DF8}" srcOrd="0" destOrd="0" presId="urn:microsoft.com/office/officeart/2005/8/layout/orgChart1"/>
    <dgm:cxn modelId="{5E82CAE1-A580-4498-8F52-709658AFC416}" type="presOf" srcId="{48D9226B-0288-41D7-8BB1-9DAB07FD4C9E}" destId="{8ADC61B0-B3A7-4EA3-897D-9C022C9F50C2}" srcOrd="0" destOrd="0" presId="urn:microsoft.com/office/officeart/2005/8/layout/orgChart1"/>
    <dgm:cxn modelId="{7BE3DAE1-F20E-44C3-8D1B-50D6C800F1A4}" type="presOf" srcId="{48FBC2F5-1F9A-476F-B680-029F4815E07C}" destId="{5A05CB89-FFEA-4939-9777-6B641527A5DB}" srcOrd="1" destOrd="0" presId="urn:microsoft.com/office/officeart/2005/8/layout/orgChart1"/>
    <dgm:cxn modelId="{B770AFE2-E58D-4B13-862A-AE0B46BE17EA}" srcId="{A5E1FE42-3A8C-43D2-AF26-DA4CE9EEF097}" destId="{6CED4E72-3BF8-4ADC-AD10-E34EFE153F86}" srcOrd="101" destOrd="0" parTransId="{17C81027-09BA-4514-9809-3EC553C41BD4}" sibTransId="{5872A04D-4C7F-4457-B06F-6B4D5BB51934}"/>
    <dgm:cxn modelId="{597E0BE3-1C3B-4D12-AA81-E91E98EB6697}" srcId="{A5E1FE42-3A8C-43D2-AF26-DA4CE9EEF097}" destId="{F7CE717C-A4B4-4752-B345-3D865838357A}" srcOrd="62" destOrd="0" parTransId="{92333921-508A-4A77-AEC9-C6BD35952CB2}" sibTransId="{178081F3-A7BE-4A49-8B25-706471475DC5}"/>
    <dgm:cxn modelId="{964532E4-7113-481F-A8C6-E60AFE27FF44}" srcId="{A5E1FE42-3A8C-43D2-AF26-DA4CE9EEF097}" destId="{FF5637E8-12D6-4974-8C87-FFD3274E365D}" srcOrd="117" destOrd="0" parTransId="{996A6E3D-87A8-4463-8C76-ED726BDB1632}" sibTransId="{DB6D008D-A48C-4B4C-A910-8F4CC5116893}"/>
    <dgm:cxn modelId="{202B78E4-F5FD-4826-AAA7-FC464BD72566}" type="presOf" srcId="{70D38B75-7F26-494F-8A04-E7E7B5E7EFB3}" destId="{9FE8BA2E-9428-4A1A-9A61-73F992AFB715}" srcOrd="0" destOrd="0" presId="urn:microsoft.com/office/officeart/2005/8/layout/orgChart1"/>
    <dgm:cxn modelId="{1FDAE7E4-A1CB-4E52-B9D7-84A2C3BB6BB4}" type="presOf" srcId="{4177A1C9-DC5C-4175-AAF4-0FF02237C4F7}" destId="{525BDB71-81E6-4A76-A687-FF94F0164A00}" srcOrd="0" destOrd="0" presId="urn:microsoft.com/office/officeart/2005/8/layout/orgChart1"/>
    <dgm:cxn modelId="{AB576DE5-887E-474E-A3B8-F23EF5918E07}" srcId="{A5E1FE42-3A8C-43D2-AF26-DA4CE9EEF097}" destId="{BDA8510B-AA5E-47F8-8D1E-E77AB9F1C1BC}" srcOrd="131" destOrd="0" parTransId="{93FB2F0B-B696-4624-AD5E-C69C838D500C}" sibTransId="{360FAC09-3B88-464B-85E2-F9A08B68C40B}"/>
    <dgm:cxn modelId="{9489F8E5-5042-475C-AF98-A50205A913D0}" type="presOf" srcId="{5D6A506C-ED6B-4234-9D9B-22CE2A4DC305}" destId="{1CF65150-4DCE-481F-88FB-DA228BB01963}" srcOrd="1" destOrd="0" presId="urn:microsoft.com/office/officeart/2005/8/layout/orgChart1"/>
    <dgm:cxn modelId="{4EAF20E6-2C15-4E46-B748-3ACBF67B9A0C}" type="presOf" srcId="{4501777F-ADE0-4544-AB4C-3F3564ECAFBE}" destId="{F4BC4DCB-5F59-40B4-BD0C-A67FFB18D73A}" srcOrd="0" destOrd="0" presId="urn:microsoft.com/office/officeart/2005/8/layout/orgChart1"/>
    <dgm:cxn modelId="{7FAD83E6-DBB2-4B36-829C-911B7F891F7A}" type="presOf" srcId="{8935A840-CFF3-454B-ADF1-7403D237523F}" destId="{FB7D4BED-894A-43CC-9756-335678B6C29F}" srcOrd="1" destOrd="0" presId="urn:microsoft.com/office/officeart/2005/8/layout/orgChart1"/>
    <dgm:cxn modelId="{90A83BE7-28C8-4F2F-8255-C2311F7F55F2}" srcId="{A5E1FE42-3A8C-43D2-AF26-DA4CE9EEF097}" destId="{215ADA86-3F19-4978-A0CC-51A6ADAC643B}" srcOrd="30" destOrd="0" parTransId="{8FC6D477-8E9E-4E34-8C05-8D7B181A07F3}" sibTransId="{6E763595-0419-4EB8-8274-4B5CB1848D40}"/>
    <dgm:cxn modelId="{92559AE7-6466-43C6-9597-AD6C193278F7}" type="presOf" srcId="{76B92785-8FB1-4B40-8103-DA877E2ACA51}" destId="{7C1EBF52-B710-47BE-B31A-C3AB46788C4C}" srcOrd="1" destOrd="0" presId="urn:microsoft.com/office/officeart/2005/8/layout/orgChart1"/>
    <dgm:cxn modelId="{6D573FE8-F7A8-42BF-94AE-23AD86583A30}" srcId="{A5E1FE42-3A8C-43D2-AF26-DA4CE9EEF097}" destId="{3C22FC63-22AE-4534-9CDB-374655E17296}" srcOrd="86" destOrd="0" parTransId="{6B252B56-F5D6-4C19-B75F-5FD4469382DC}" sibTransId="{03B820C9-7846-4654-B815-3CCE8E473947}"/>
    <dgm:cxn modelId="{0D9B69E8-CAE9-457E-A9BE-CA99E0003B81}" type="presOf" srcId="{3C22FC63-22AE-4534-9CDB-374655E17296}" destId="{DAAB4BAC-7024-4DD8-BB2D-1AC8451051FB}" srcOrd="0" destOrd="0" presId="urn:microsoft.com/office/officeart/2005/8/layout/orgChart1"/>
    <dgm:cxn modelId="{D09250E8-2368-44C0-AF79-E28991735238}" srcId="{A5E1FE42-3A8C-43D2-AF26-DA4CE9EEF097}" destId="{710D4B15-34C9-46F1-A5E7-CD1E734E3B00}" srcOrd="125" destOrd="0" parTransId="{129DE898-6211-4C07-8452-79CD9C5CBC01}" sibTransId="{4290061B-6FDD-4623-9736-DD6E46106867}"/>
    <dgm:cxn modelId="{6542BFE8-3246-405D-A0CB-D782C142780C}" srcId="{A5E1FE42-3A8C-43D2-AF26-DA4CE9EEF097}" destId="{C51AF903-CEDF-4342-81ED-3F7A46B02181}" srcOrd="16" destOrd="0" parTransId="{B7DC4260-B8DA-4E88-8A20-2113CF5B83C0}" sibTransId="{711880B4-CA04-49A0-BE55-89BEE4BAA149}"/>
    <dgm:cxn modelId="{691E63EB-510B-4851-8F38-462523BF8BF2}" srcId="{A5E1FE42-3A8C-43D2-AF26-DA4CE9EEF097}" destId="{E7B0D0A0-EFB1-4F59-B282-6728682EFF72}" srcOrd="28" destOrd="0" parTransId="{AFF1D556-5969-4913-AD35-A2DFA084762D}" sibTransId="{906EAA17-3501-41B2-959A-C18CAFBD9E8F}"/>
    <dgm:cxn modelId="{8B7555EB-A788-4C7B-A4AF-BD6C780028D4}" type="presOf" srcId="{E5AC692F-69E3-4703-9B0F-460F66DF79E8}" destId="{2B178C68-1558-49BA-8BE0-725302BA4E9F}" srcOrd="0" destOrd="0" presId="urn:microsoft.com/office/officeart/2005/8/layout/orgChart1"/>
    <dgm:cxn modelId="{63DEC0EB-200C-4908-94A2-2F5922AD6B7C}" srcId="{A5E1FE42-3A8C-43D2-AF26-DA4CE9EEF097}" destId="{781DE51F-693A-42BC-A1FE-76005DF8D5C1}" srcOrd="138" destOrd="0" parTransId="{A7F32E37-B247-4C58-9B51-33860E5C9298}" sibTransId="{4067732D-62CD-4FC6-AEC2-57ED7BF12C98}"/>
    <dgm:cxn modelId="{7322EAEC-1CDE-4FF1-A312-5E544ACA9345}" srcId="{A5E1FE42-3A8C-43D2-AF26-DA4CE9EEF097}" destId="{71CA7561-5941-47D7-9C4D-67A6A0AB5270}" srcOrd="7" destOrd="0" parTransId="{2AE8B5AB-BAB0-48F8-BC73-0182D2B951AB}" sibTransId="{22E21EDA-3168-4EC7-A8F6-F4335DE5BC2C}"/>
    <dgm:cxn modelId="{CA9FF5ED-3C5B-433E-97B1-D0FED557D552}" type="presOf" srcId="{9416AA18-6AE3-4939-934A-CDD5973AB16E}" destId="{019B0F05-CD94-4C0A-BA91-E85813E57819}" srcOrd="0" destOrd="0" presId="urn:microsoft.com/office/officeart/2005/8/layout/orgChart1"/>
    <dgm:cxn modelId="{171217EE-CAD5-409B-A99E-AAE69CA02840}" type="presOf" srcId="{372ECD0E-8318-41D8-AC27-99AD6E57E8B9}" destId="{7A3B8526-8FB0-4917-98F8-41E17290D164}" srcOrd="0" destOrd="0" presId="urn:microsoft.com/office/officeart/2005/8/layout/orgChart1"/>
    <dgm:cxn modelId="{8C6A55EE-7F0E-4E59-8449-EA307329A3E1}" type="presOf" srcId="{BFCBCCCA-A14B-4433-A445-9DB360282A79}" destId="{9A249E28-24DE-43D9-A2B1-F074EF7EB96C}" srcOrd="1" destOrd="0" presId="urn:microsoft.com/office/officeart/2005/8/layout/orgChart1"/>
    <dgm:cxn modelId="{4410C6EF-DEA1-482C-9C8D-4D2E9E76457D}" srcId="{A5E1FE42-3A8C-43D2-AF26-DA4CE9EEF097}" destId="{C78CC192-2B96-46E9-87AF-2EE549E270D3}" srcOrd="55" destOrd="0" parTransId="{B3E056EC-EBB5-4791-B243-C2D289846BC6}" sibTransId="{0C0778E1-E817-4268-8EDD-8D4891E21E72}"/>
    <dgm:cxn modelId="{7DD5F6EF-5090-45CF-BBB1-D6A5A42BB07C}" srcId="{A5E1FE42-3A8C-43D2-AF26-DA4CE9EEF097}" destId="{063A922E-988D-44FB-8812-0BE19C35C173}" srcOrd="92" destOrd="0" parTransId="{B0CE379F-68E7-4C31-99ED-7285C22C179F}" sibTransId="{1406DDF7-1666-4192-A243-06A19CA1B424}"/>
    <dgm:cxn modelId="{D33AE2F0-1B8B-4C06-AF0D-70507807978E}" srcId="{A5E1FE42-3A8C-43D2-AF26-DA4CE9EEF097}" destId="{66BB8724-ABC8-47C5-B597-7869CFC6B992}" srcOrd="48" destOrd="0" parTransId="{C7A5DBD6-94B1-4C89-B147-DE39FC2184C2}" sibTransId="{12BAE907-F5F1-4B25-B440-8BF13E57D68C}"/>
    <dgm:cxn modelId="{716018F2-0471-4E1F-9B4F-B11DB67081DA}" type="presOf" srcId="{A77E65FA-806F-490E-AECE-643E09B1DE4A}" destId="{F53F1598-89F7-40B1-B545-70FB8C4CC5C9}" srcOrd="0" destOrd="0" presId="urn:microsoft.com/office/officeart/2005/8/layout/orgChart1"/>
    <dgm:cxn modelId="{847669F2-9AD8-4155-B637-4DD56AEE9A4B}" type="presOf" srcId="{14C61F63-B105-4240-A28B-DE5AA4B6D2D0}" destId="{B9A91F01-7010-477A-98EC-63B66D665D15}" srcOrd="1" destOrd="0" presId="urn:microsoft.com/office/officeart/2005/8/layout/orgChart1"/>
    <dgm:cxn modelId="{3A7C37F4-6877-4CDC-83E5-1A9AB57BA873}" srcId="{A5E1FE42-3A8C-43D2-AF26-DA4CE9EEF097}" destId="{DB90F7B9-47ED-4263-AE08-DFB4D8AD746B}" srcOrd="18" destOrd="0" parTransId="{810DE7FD-E046-4A44-B7F4-3556578810A7}" sibTransId="{73B5006E-36AE-48F5-B4C0-C09135C644E1}"/>
    <dgm:cxn modelId="{4FD6F9F4-C8FE-4C3B-8D55-5F2DE71696E6}" type="presOf" srcId="{78635706-4C9B-456F-A7C7-2488D48CA2D1}" destId="{4F3C9B98-D8E3-4D5E-96C0-7C48777E6918}" srcOrd="0" destOrd="0" presId="urn:microsoft.com/office/officeart/2005/8/layout/orgChart1"/>
    <dgm:cxn modelId="{B158FBF5-736D-40E0-8491-035768480060}" srcId="{A5E1FE42-3A8C-43D2-AF26-DA4CE9EEF097}" destId="{43F5903D-3F4B-4752-94ED-D6E310DA5D79}" srcOrd="136" destOrd="0" parTransId="{FB1A99BB-5C69-4034-8B2E-427ECB670422}" sibTransId="{BFF15587-A87B-4F0D-8D87-93213A9993A2}"/>
    <dgm:cxn modelId="{5E23ABF6-FDBB-44F6-AB83-96C83FEB65B0}" type="presOf" srcId="{8E1DE876-EACE-43F6-8A4C-BB74757F124B}" destId="{E423F6FD-E5DC-49C6-9A4A-95C83326D624}" srcOrd="1" destOrd="0" presId="urn:microsoft.com/office/officeart/2005/8/layout/orgChart1"/>
    <dgm:cxn modelId="{710EBEF7-325A-48FA-AFA9-B0AA8CA5C5FC}" srcId="{A5E1FE42-3A8C-43D2-AF26-DA4CE9EEF097}" destId="{1B3BDC65-A3B7-42ED-B0A6-CBF099D80470}" srcOrd="99" destOrd="0" parTransId="{3BA34C21-488C-426A-A579-A17360E4D533}" sibTransId="{C60C1AA7-7214-4F11-AA23-E1BB229C05DE}"/>
    <dgm:cxn modelId="{617908F8-8966-45BD-B87F-C82A6D0182A0}" type="presOf" srcId="{0A645D54-69AA-4325-9102-0FE60201BCD5}" destId="{68C04924-B528-4FF1-BB64-E7C844F77DB9}" srcOrd="0" destOrd="0" presId="urn:microsoft.com/office/officeart/2005/8/layout/orgChart1"/>
    <dgm:cxn modelId="{43611BF8-EA71-4867-9DE3-73FC49408A13}" type="presOf" srcId="{5D6A506C-ED6B-4234-9D9B-22CE2A4DC305}" destId="{15222D52-515A-432B-AA02-7E54216F3CE6}" srcOrd="0" destOrd="0" presId="urn:microsoft.com/office/officeart/2005/8/layout/orgChart1"/>
    <dgm:cxn modelId="{1DF15DF9-3D2D-4314-8E92-F036BEC0F5E2}" srcId="{A5E1FE42-3A8C-43D2-AF26-DA4CE9EEF097}" destId="{74A2E348-2585-4684-9E45-B6274390763C}" srcOrd="83" destOrd="0" parTransId="{DC632934-C6BD-4219-A9C9-0B95893E7D5B}" sibTransId="{E545E9EE-02DD-4428-8406-6EA81514722F}"/>
    <dgm:cxn modelId="{83BBD8F9-C77B-4333-8068-7B5BC2C3B2CB}" srcId="{A5E1FE42-3A8C-43D2-AF26-DA4CE9EEF097}" destId="{7AC5B7C7-A925-4F41-8D54-49BFC1861047}" srcOrd="100" destOrd="0" parTransId="{CE591558-62C2-410B-9A3D-49E2C2938835}" sibTransId="{BED48544-8E93-45E4-9805-3FB0618F2F97}"/>
    <dgm:cxn modelId="{09DD53FA-6052-4BAB-8C6A-CD4414396371}" srcId="{A5E1FE42-3A8C-43D2-AF26-DA4CE9EEF097}" destId="{A0A2CE28-0D86-4769-8627-646C618BFE83}" srcOrd="24" destOrd="0" parTransId="{74B40C36-1DCC-41C9-B7A0-8D0015C54B94}" sibTransId="{387941B6-3821-4BFC-8F4D-65EA442B4E88}"/>
    <dgm:cxn modelId="{2F9B9FFC-5495-49E4-A5D2-6B6DB9E50A44}" type="presOf" srcId="{4D6D9C0F-6B8B-45DF-9993-8B7551B4516C}" destId="{2AD6710F-0B06-4B38-B78B-5EEDDE7CA990}" srcOrd="1" destOrd="0" presId="urn:microsoft.com/office/officeart/2005/8/layout/orgChart1"/>
    <dgm:cxn modelId="{0744C2FC-0CAA-4B5A-B228-6256217335E5}" type="presOf" srcId="{67EB7732-209E-41EF-8E6B-0C1A910A5D72}" destId="{623AE4FC-0A9E-4490-9F68-94E3433C84F5}" srcOrd="1" destOrd="0" presId="urn:microsoft.com/office/officeart/2005/8/layout/orgChart1"/>
    <dgm:cxn modelId="{367F18FD-6037-4CAD-96D8-BCCD267C0188}" srcId="{A5E1FE42-3A8C-43D2-AF26-DA4CE9EEF097}" destId="{2570F209-430B-40A8-821E-AC0D70AF767A}" srcOrd="3" destOrd="0" parTransId="{30C68816-3F3A-4D42-A2B8-CB68F6F15B83}" sibTransId="{2783F5F6-58F3-4CDC-B677-757FE5BF29A0}"/>
    <dgm:cxn modelId="{961B73FE-F1FC-4F3E-B9AA-9C7C22B471C4}" type="presOf" srcId="{EF6F00F5-1175-409A-9417-5352535A790C}" destId="{CDDE9F4C-BF61-4A2F-B124-E5084F31736B}" srcOrd="1" destOrd="0" presId="urn:microsoft.com/office/officeart/2005/8/layout/orgChart1"/>
    <dgm:cxn modelId="{AAF2B6FE-141A-4605-9C9F-9EBF5DC0C72B}" srcId="{A5E1FE42-3A8C-43D2-AF26-DA4CE9EEF097}" destId="{986C1E81-D088-4AC1-958D-9953E8EAE3F1}" srcOrd="59" destOrd="0" parTransId="{9B53867F-5E37-405E-9B42-EF8DAF770006}" sibTransId="{E390528C-52A8-47A4-BC22-07E3C0313F45}"/>
    <dgm:cxn modelId="{743BC8BB-FA89-4A81-8428-821121F61E35}" type="presParOf" srcId="{0AC4C786-ED26-4C6A-908C-855D7B7B10C2}" destId="{3DD52DC0-B506-4537-B8F2-60C1F47C5F7C}" srcOrd="0" destOrd="0" presId="urn:microsoft.com/office/officeart/2005/8/layout/orgChart1"/>
    <dgm:cxn modelId="{67C7D369-0E6B-462B-8E36-F7F386DC2A13}" type="presParOf" srcId="{3DD52DC0-B506-4537-B8F2-60C1F47C5F7C}" destId="{A90B2C1F-8C13-432F-91DA-3D9D92F49C5A}" srcOrd="0" destOrd="0" presId="urn:microsoft.com/office/officeart/2005/8/layout/orgChart1"/>
    <dgm:cxn modelId="{54D06A11-A411-4E3D-B813-AAF2258608A6}" type="presParOf" srcId="{A90B2C1F-8C13-432F-91DA-3D9D92F49C5A}" destId="{AC7E81C5-D3B1-4C35-B446-5476CD5801D8}" srcOrd="0" destOrd="0" presId="urn:microsoft.com/office/officeart/2005/8/layout/orgChart1"/>
    <dgm:cxn modelId="{F7C5A88E-E810-44EF-B7A7-6C00B58AF62F}" type="presParOf" srcId="{A90B2C1F-8C13-432F-91DA-3D9D92F49C5A}" destId="{48E6E44C-EC1E-4590-A3EA-E3C97433C762}" srcOrd="1" destOrd="0" presId="urn:microsoft.com/office/officeart/2005/8/layout/orgChart1"/>
    <dgm:cxn modelId="{60B9BB50-798B-45D6-87C5-F1C01B050A88}" type="presParOf" srcId="{3DD52DC0-B506-4537-B8F2-60C1F47C5F7C}" destId="{026FCB42-E704-43E7-B939-7A017E331384}" srcOrd="1" destOrd="0" presId="urn:microsoft.com/office/officeart/2005/8/layout/orgChart1"/>
    <dgm:cxn modelId="{7BB173B7-182B-49BC-9911-B1AD89B2FCAA}" type="presParOf" srcId="{3DD52DC0-B506-4537-B8F2-60C1F47C5F7C}" destId="{149C1357-A79A-4277-8C11-564A6F9F02C2}" srcOrd="2" destOrd="0" presId="urn:microsoft.com/office/officeart/2005/8/layout/orgChart1"/>
    <dgm:cxn modelId="{F55091E1-EC7F-4244-BEEE-90383A48C02B}" type="presParOf" srcId="{0AC4C786-ED26-4C6A-908C-855D7B7B10C2}" destId="{B49EDB2C-FB69-455E-8020-8F556D75A460}" srcOrd="1" destOrd="0" presId="urn:microsoft.com/office/officeart/2005/8/layout/orgChart1"/>
    <dgm:cxn modelId="{A815D098-6F71-4270-9A82-520275C9CEFF}" type="presParOf" srcId="{B49EDB2C-FB69-455E-8020-8F556D75A460}" destId="{8CBCBE5A-7FCC-4105-9564-9D23B5F1CF0C}" srcOrd="0" destOrd="0" presId="urn:microsoft.com/office/officeart/2005/8/layout/orgChart1"/>
    <dgm:cxn modelId="{39D98CA3-AEB0-456E-B15E-A1247D3BA4AE}" type="presParOf" srcId="{8CBCBE5A-7FCC-4105-9564-9D23B5F1CF0C}" destId="{6B7F1E0B-65A3-48A5-8E81-42FB1653DC2F}" srcOrd="0" destOrd="0" presId="urn:microsoft.com/office/officeart/2005/8/layout/orgChart1"/>
    <dgm:cxn modelId="{DEC3F0BF-30C7-4AD9-B64B-7D9DC01BC604}" type="presParOf" srcId="{8CBCBE5A-7FCC-4105-9564-9D23B5F1CF0C}" destId="{C30148AA-8BFF-4524-B3B3-CCC5BDE373AE}" srcOrd="1" destOrd="0" presId="urn:microsoft.com/office/officeart/2005/8/layout/orgChart1"/>
    <dgm:cxn modelId="{F92C9E2C-3478-4415-BBBF-0C49487425E5}" type="presParOf" srcId="{B49EDB2C-FB69-455E-8020-8F556D75A460}" destId="{6B5D6F20-201C-4C21-B073-ECC5E5D69E63}" srcOrd="1" destOrd="0" presId="urn:microsoft.com/office/officeart/2005/8/layout/orgChart1"/>
    <dgm:cxn modelId="{6FB2DE32-1753-4870-B51C-A932E5971F91}" type="presParOf" srcId="{B49EDB2C-FB69-455E-8020-8F556D75A460}" destId="{78987B39-BA0B-4701-BE5C-177C112C006B}" srcOrd="2" destOrd="0" presId="urn:microsoft.com/office/officeart/2005/8/layout/orgChart1"/>
    <dgm:cxn modelId="{649542D6-D520-487E-A943-D1C3C5D62AB7}" type="presParOf" srcId="{0AC4C786-ED26-4C6A-908C-855D7B7B10C2}" destId="{7056A011-DCEB-4AC4-A620-89E94A60F371}" srcOrd="2" destOrd="0" presId="urn:microsoft.com/office/officeart/2005/8/layout/orgChart1"/>
    <dgm:cxn modelId="{89650A71-CBA2-47AE-8537-4A62702A6805}" type="presParOf" srcId="{7056A011-DCEB-4AC4-A620-89E94A60F371}" destId="{0412713C-422F-4A1B-9BFA-415CD4413A6F}" srcOrd="0" destOrd="0" presId="urn:microsoft.com/office/officeart/2005/8/layout/orgChart1"/>
    <dgm:cxn modelId="{22ABFE32-5C84-49C7-B15C-FB343ED47149}" type="presParOf" srcId="{0412713C-422F-4A1B-9BFA-415CD4413A6F}" destId="{68C04924-B528-4FF1-BB64-E7C844F77DB9}" srcOrd="0" destOrd="0" presId="urn:microsoft.com/office/officeart/2005/8/layout/orgChart1"/>
    <dgm:cxn modelId="{C870798C-8AE4-41D1-B002-4D62AB9A8C56}" type="presParOf" srcId="{0412713C-422F-4A1B-9BFA-415CD4413A6F}" destId="{F4A9D504-47A1-4CE9-B713-84CFA8B527D6}" srcOrd="1" destOrd="0" presId="urn:microsoft.com/office/officeart/2005/8/layout/orgChart1"/>
    <dgm:cxn modelId="{F9137927-75FF-49D6-A79F-F158E9D76CB1}" type="presParOf" srcId="{7056A011-DCEB-4AC4-A620-89E94A60F371}" destId="{AA8115E8-5441-48FF-8E1E-A0BCE7C4BA5C}" srcOrd="1" destOrd="0" presId="urn:microsoft.com/office/officeart/2005/8/layout/orgChart1"/>
    <dgm:cxn modelId="{7BAD4DC4-AC69-45D8-B796-56712AFF1BC6}" type="presParOf" srcId="{7056A011-DCEB-4AC4-A620-89E94A60F371}" destId="{AC3F37E6-2C6C-4551-A7ED-AC42630C95FB}" srcOrd="2" destOrd="0" presId="urn:microsoft.com/office/officeart/2005/8/layout/orgChart1"/>
    <dgm:cxn modelId="{48B02E8F-D0BF-42B5-ABD7-AA55DE2095D8}" type="presParOf" srcId="{0AC4C786-ED26-4C6A-908C-855D7B7B10C2}" destId="{600BE73D-E882-4237-A363-507A469DCDAE}" srcOrd="3" destOrd="0" presId="urn:microsoft.com/office/officeart/2005/8/layout/orgChart1"/>
    <dgm:cxn modelId="{5E42F11A-962B-46A4-A801-A0CDE28CC605}" type="presParOf" srcId="{600BE73D-E882-4237-A363-507A469DCDAE}" destId="{8961D8E3-E671-4B38-BADD-42B05F944200}" srcOrd="0" destOrd="0" presId="urn:microsoft.com/office/officeart/2005/8/layout/orgChart1"/>
    <dgm:cxn modelId="{9933E8F3-E057-420D-B88C-A6CCDC6F3508}" type="presParOf" srcId="{8961D8E3-E671-4B38-BADD-42B05F944200}" destId="{5E5CF048-8E45-4CBB-8377-7F7FF16697C6}" srcOrd="0" destOrd="0" presId="urn:microsoft.com/office/officeart/2005/8/layout/orgChart1"/>
    <dgm:cxn modelId="{4F48F29B-F94B-4A5D-B06C-4560436FF650}" type="presParOf" srcId="{8961D8E3-E671-4B38-BADD-42B05F944200}" destId="{15A66F26-433D-47E9-A413-62E819B73D68}" srcOrd="1" destOrd="0" presId="urn:microsoft.com/office/officeart/2005/8/layout/orgChart1"/>
    <dgm:cxn modelId="{90B1FD71-ACEA-4AF9-B42E-D1B81630AB28}" type="presParOf" srcId="{600BE73D-E882-4237-A363-507A469DCDAE}" destId="{DF8DF28A-BB4E-422D-BCA4-8A45EC0E7EE6}" srcOrd="1" destOrd="0" presId="urn:microsoft.com/office/officeart/2005/8/layout/orgChart1"/>
    <dgm:cxn modelId="{D5217E35-6F3D-47CD-A0F9-A6B855A4BA21}" type="presParOf" srcId="{600BE73D-E882-4237-A363-507A469DCDAE}" destId="{D445B3BF-23DA-4090-9EA9-8A5FCFDB4FC2}" srcOrd="2" destOrd="0" presId="urn:microsoft.com/office/officeart/2005/8/layout/orgChart1"/>
    <dgm:cxn modelId="{707619E4-1149-4E26-9722-4745D14539F5}" type="presParOf" srcId="{0AC4C786-ED26-4C6A-908C-855D7B7B10C2}" destId="{66D29F44-2061-4ACF-BA8A-6944FD916C82}" srcOrd="4" destOrd="0" presId="urn:microsoft.com/office/officeart/2005/8/layout/orgChart1"/>
    <dgm:cxn modelId="{BC010725-CEF7-4EC1-BA1C-62EC49246254}" type="presParOf" srcId="{66D29F44-2061-4ACF-BA8A-6944FD916C82}" destId="{8335B1FD-F28D-43DA-A59F-1658BF2A8476}" srcOrd="0" destOrd="0" presId="urn:microsoft.com/office/officeart/2005/8/layout/orgChart1"/>
    <dgm:cxn modelId="{523FE39D-FCAD-4493-A7B6-C6AEC00B94B4}" type="presParOf" srcId="{8335B1FD-F28D-43DA-A59F-1658BF2A8476}" destId="{15222D52-515A-432B-AA02-7E54216F3CE6}" srcOrd="0" destOrd="0" presId="urn:microsoft.com/office/officeart/2005/8/layout/orgChart1"/>
    <dgm:cxn modelId="{52CB3B65-4390-4ACC-B4FE-266660AEFE73}" type="presParOf" srcId="{8335B1FD-F28D-43DA-A59F-1658BF2A8476}" destId="{1CF65150-4DCE-481F-88FB-DA228BB01963}" srcOrd="1" destOrd="0" presId="urn:microsoft.com/office/officeart/2005/8/layout/orgChart1"/>
    <dgm:cxn modelId="{BF48CE24-4248-4BA2-88AE-D3A5C50DB89A}" type="presParOf" srcId="{66D29F44-2061-4ACF-BA8A-6944FD916C82}" destId="{135AA596-609B-47CF-A86D-FF25DA9C67FD}" srcOrd="1" destOrd="0" presId="urn:microsoft.com/office/officeart/2005/8/layout/orgChart1"/>
    <dgm:cxn modelId="{617722B8-0442-40DB-A168-164BF8226255}" type="presParOf" srcId="{66D29F44-2061-4ACF-BA8A-6944FD916C82}" destId="{BCB0C132-B745-4575-89B4-C9E64550F809}" srcOrd="2" destOrd="0" presId="urn:microsoft.com/office/officeart/2005/8/layout/orgChart1"/>
    <dgm:cxn modelId="{265D62E0-147C-4831-A0F0-E9D745BCBCE6}" type="presParOf" srcId="{0AC4C786-ED26-4C6A-908C-855D7B7B10C2}" destId="{F15DA2CF-6662-4127-8A69-B5ECFB211306}" srcOrd="5" destOrd="0" presId="urn:microsoft.com/office/officeart/2005/8/layout/orgChart1"/>
    <dgm:cxn modelId="{03818AA9-44C0-4F4B-9473-EA85F7956B68}" type="presParOf" srcId="{F15DA2CF-6662-4127-8A69-B5ECFB211306}" destId="{8EB7CB57-8B8F-4787-8524-7F404B8F0BB2}" srcOrd="0" destOrd="0" presId="urn:microsoft.com/office/officeart/2005/8/layout/orgChart1"/>
    <dgm:cxn modelId="{C27FC513-AA8E-4557-A666-12BFE5C780EA}" type="presParOf" srcId="{8EB7CB57-8B8F-4787-8524-7F404B8F0BB2}" destId="{ED0D86B7-A32F-4411-B572-800C9E418196}" srcOrd="0" destOrd="0" presId="urn:microsoft.com/office/officeart/2005/8/layout/orgChart1"/>
    <dgm:cxn modelId="{40636A5A-B9C6-44C0-9625-E1AC0B2DF425}" type="presParOf" srcId="{8EB7CB57-8B8F-4787-8524-7F404B8F0BB2}" destId="{FB7D4BED-894A-43CC-9756-335678B6C29F}" srcOrd="1" destOrd="0" presId="urn:microsoft.com/office/officeart/2005/8/layout/orgChart1"/>
    <dgm:cxn modelId="{C0FB6CCD-F4A3-465A-AEF8-DC5F5E4874B2}" type="presParOf" srcId="{F15DA2CF-6662-4127-8A69-B5ECFB211306}" destId="{FB04D158-CA12-4D0C-9D46-A6E5E056CBFD}" srcOrd="1" destOrd="0" presId="urn:microsoft.com/office/officeart/2005/8/layout/orgChart1"/>
    <dgm:cxn modelId="{9A92F044-05C6-4B28-B8AD-064B1C3D95E0}" type="presParOf" srcId="{F15DA2CF-6662-4127-8A69-B5ECFB211306}" destId="{91440078-643A-49F2-A72A-3CEA41052771}" srcOrd="2" destOrd="0" presId="urn:microsoft.com/office/officeart/2005/8/layout/orgChart1"/>
    <dgm:cxn modelId="{1A15EED4-F59D-4297-A2B3-C0E8C65EF42E}" type="presParOf" srcId="{0AC4C786-ED26-4C6A-908C-855D7B7B10C2}" destId="{1A5526B7-A004-4566-8407-54818AFD61C3}" srcOrd="6" destOrd="0" presId="urn:microsoft.com/office/officeart/2005/8/layout/orgChart1"/>
    <dgm:cxn modelId="{710AE05B-67D9-4D9F-8661-CE8166187306}" type="presParOf" srcId="{1A5526B7-A004-4566-8407-54818AFD61C3}" destId="{F8D1B4AA-8689-44D4-8049-1D9D0BC61500}" srcOrd="0" destOrd="0" presId="urn:microsoft.com/office/officeart/2005/8/layout/orgChart1"/>
    <dgm:cxn modelId="{3052C940-40B7-450F-8601-F690F5D59148}" type="presParOf" srcId="{F8D1B4AA-8689-44D4-8049-1D9D0BC61500}" destId="{C00A3234-5ACB-44A6-B3A7-BA9AE3599D27}" srcOrd="0" destOrd="0" presId="urn:microsoft.com/office/officeart/2005/8/layout/orgChart1"/>
    <dgm:cxn modelId="{CB1D1C1A-3DF2-4C2B-A17F-B07EECAD3C1B}" type="presParOf" srcId="{F8D1B4AA-8689-44D4-8049-1D9D0BC61500}" destId="{7E05E62B-9594-4429-B464-AF897B62F8C4}" srcOrd="1" destOrd="0" presId="urn:microsoft.com/office/officeart/2005/8/layout/orgChart1"/>
    <dgm:cxn modelId="{415C245A-8E9B-4F41-A8EC-BFCD59638A3D}" type="presParOf" srcId="{1A5526B7-A004-4566-8407-54818AFD61C3}" destId="{40FED93B-8447-49E9-A202-13DA591A9D17}" srcOrd="1" destOrd="0" presId="urn:microsoft.com/office/officeart/2005/8/layout/orgChart1"/>
    <dgm:cxn modelId="{CF01469D-D56B-484D-8A06-EEE502C574EA}" type="presParOf" srcId="{1A5526B7-A004-4566-8407-54818AFD61C3}" destId="{55AD038D-0F07-453F-B810-130AE9207D11}" srcOrd="2" destOrd="0" presId="urn:microsoft.com/office/officeart/2005/8/layout/orgChart1"/>
    <dgm:cxn modelId="{8265F3D1-C1DC-4201-BEBD-B52F03D56350}" type="presParOf" srcId="{0AC4C786-ED26-4C6A-908C-855D7B7B10C2}" destId="{E18D4799-49CD-4A71-B204-157005C983A1}" srcOrd="7" destOrd="0" presId="urn:microsoft.com/office/officeart/2005/8/layout/orgChart1"/>
    <dgm:cxn modelId="{9D14BDED-F680-41ED-8387-340AF4AB66B7}" type="presParOf" srcId="{E18D4799-49CD-4A71-B204-157005C983A1}" destId="{B5C7D262-1A2D-4EBF-B3AD-335AE5F47177}" srcOrd="0" destOrd="0" presId="urn:microsoft.com/office/officeart/2005/8/layout/orgChart1"/>
    <dgm:cxn modelId="{146B3D56-DD35-469A-B62E-A0A6B5DE9E57}" type="presParOf" srcId="{B5C7D262-1A2D-4EBF-B3AD-335AE5F47177}" destId="{E3505A73-9B2B-4EEE-93DA-617661170C30}" srcOrd="0" destOrd="0" presId="urn:microsoft.com/office/officeart/2005/8/layout/orgChart1"/>
    <dgm:cxn modelId="{B35AEC8F-817A-428B-8477-2D11409A6A4F}" type="presParOf" srcId="{B5C7D262-1A2D-4EBF-B3AD-335AE5F47177}" destId="{54A9D873-FF82-4606-B56B-4DD625AEDEAD}" srcOrd="1" destOrd="0" presId="urn:microsoft.com/office/officeart/2005/8/layout/orgChart1"/>
    <dgm:cxn modelId="{BCB11339-B013-4AAB-B650-9DE3A827915E}" type="presParOf" srcId="{E18D4799-49CD-4A71-B204-157005C983A1}" destId="{31ABEA9B-BD9E-4E08-A040-49C77EFA4ADB}" srcOrd="1" destOrd="0" presId="urn:microsoft.com/office/officeart/2005/8/layout/orgChart1"/>
    <dgm:cxn modelId="{35474F80-CE1E-4522-A518-7EA7DF12C8B9}" type="presParOf" srcId="{E18D4799-49CD-4A71-B204-157005C983A1}" destId="{AB827068-F245-4785-82F5-27B400D88849}" srcOrd="2" destOrd="0" presId="urn:microsoft.com/office/officeart/2005/8/layout/orgChart1"/>
    <dgm:cxn modelId="{202756C6-747C-402C-B916-9F25B06F0C4D}" type="presParOf" srcId="{0AC4C786-ED26-4C6A-908C-855D7B7B10C2}" destId="{09B64C78-1DB9-4C26-89A3-E2672F8C30F5}" srcOrd="8" destOrd="0" presId="urn:microsoft.com/office/officeart/2005/8/layout/orgChart1"/>
    <dgm:cxn modelId="{CBD6B57C-43E5-47BF-B1D5-686751930660}" type="presParOf" srcId="{09B64C78-1DB9-4C26-89A3-E2672F8C30F5}" destId="{4BEE53D1-48CB-44BF-A34A-57C93979F10C}" srcOrd="0" destOrd="0" presId="urn:microsoft.com/office/officeart/2005/8/layout/orgChart1"/>
    <dgm:cxn modelId="{1DAABA92-75EB-417A-96CD-036BB0CF32AD}" type="presParOf" srcId="{4BEE53D1-48CB-44BF-A34A-57C93979F10C}" destId="{9FE8BA2E-9428-4A1A-9A61-73F992AFB715}" srcOrd="0" destOrd="0" presId="urn:microsoft.com/office/officeart/2005/8/layout/orgChart1"/>
    <dgm:cxn modelId="{042D2343-2917-4CA4-9421-6CC7F89E6128}" type="presParOf" srcId="{4BEE53D1-48CB-44BF-A34A-57C93979F10C}" destId="{33F09379-5A93-47A3-9998-8C18800E6C93}" srcOrd="1" destOrd="0" presId="urn:microsoft.com/office/officeart/2005/8/layout/orgChart1"/>
    <dgm:cxn modelId="{384692B4-C201-4F29-BFBB-CAD61EEF9C0B}" type="presParOf" srcId="{09B64C78-1DB9-4C26-89A3-E2672F8C30F5}" destId="{4A9D9A53-1A96-42B7-BE3A-44D4F142465B}" srcOrd="1" destOrd="0" presId="urn:microsoft.com/office/officeart/2005/8/layout/orgChart1"/>
    <dgm:cxn modelId="{E636949E-634C-435E-AE91-5254BA486B00}" type="presParOf" srcId="{09B64C78-1DB9-4C26-89A3-E2672F8C30F5}" destId="{6EFA476C-230E-4526-B5F8-D235CBD6A5E1}" srcOrd="2" destOrd="0" presId="urn:microsoft.com/office/officeart/2005/8/layout/orgChart1"/>
    <dgm:cxn modelId="{66F664ED-02C2-4B34-A974-F804A37991A2}" type="presParOf" srcId="{0AC4C786-ED26-4C6A-908C-855D7B7B10C2}" destId="{CBCE5029-69EC-4297-8D68-C263489A5D1E}" srcOrd="9" destOrd="0" presId="urn:microsoft.com/office/officeart/2005/8/layout/orgChart1"/>
    <dgm:cxn modelId="{768F3495-138C-429D-843A-055CE4B2E021}" type="presParOf" srcId="{CBCE5029-69EC-4297-8D68-C263489A5D1E}" destId="{09995C7D-43A8-4B43-9610-C9FD706440FF}" srcOrd="0" destOrd="0" presId="urn:microsoft.com/office/officeart/2005/8/layout/orgChart1"/>
    <dgm:cxn modelId="{B70C3408-0BFC-459C-AA50-2CDC67981B42}" type="presParOf" srcId="{09995C7D-43A8-4B43-9610-C9FD706440FF}" destId="{7E51CA86-940C-47B8-9A54-C5C2A683BC31}" srcOrd="0" destOrd="0" presId="urn:microsoft.com/office/officeart/2005/8/layout/orgChart1"/>
    <dgm:cxn modelId="{0061E4AF-B5DB-44BA-BB24-D24771794325}" type="presParOf" srcId="{09995C7D-43A8-4B43-9610-C9FD706440FF}" destId="{A75F004F-4019-41BD-9FED-6A551EF69A5D}" srcOrd="1" destOrd="0" presId="urn:microsoft.com/office/officeart/2005/8/layout/orgChart1"/>
    <dgm:cxn modelId="{D015D138-843F-4198-85FC-B181C11BFCE5}" type="presParOf" srcId="{CBCE5029-69EC-4297-8D68-C263489A5D1E}" destId="{1E2A8DEF-089E-47A4-B227-11F2CA57C6F0}" srcOrd="1" destOrd="0" presId="urn:microsoft.com/office/officeart/2005/8/layout/orgChart1"/>
    <dgm:cxn modelId="{92A1B5D0-E58E-4C0E-9C1B-F2632421C9C5}" type="presParOf" srcId="{CBCE5029-69EC-4297-8D68-C263489A5D1E}" destId="{3314A652-1E79-4C60-8686-71B227234BC2}" srcOrd="2" destOrd="0" presId="urn:microsoft.com/office/officeart/2005/8/layout/orgChart1"/>
    <dgm:cxn modelId="{655C20F6-66C2-4539-A62F-9209CD715C63}" type="presParOf" srcId="{0AC4C786-ED26-4C6A-908C-855D7B7B10C2}" destId="{60C403A0-0401-4ED8-9FC8-A75B10CCB92A}" srcOrd="10" destOrd="0" presId="urn:microsoft.com/office/officeart/2005/8/layout/orgChart1"/>
    <dgm:cxn modelId="{F4A3EF32-5B26-40D8-AE2B-2601DA4763B4}" type="presParOf" srcId="{60C403A0-0401-4ED8-9FC8-A75B10CCB92A}" destId="{C39434FE-E1E3-4CDF-A0C6-5FE93F39E9C8}" srcOrd="0" destOrd="0" presId="urn:microsoft.com/office/officeart/2005/8/layout/orgChart1"/>
    <dgm:cxn modelId="{C6C50860-5B88-4B24-8169-8CD749C05E08}" type="presParOf" srcId="{C39434FE-E1E3-4CDF-A0C6-5FE93F39E9C8}" destId="{18D4FA7B-0047-4FB2-96F3-C77C4B11399F}" srcOrd="0" destOrd="0" presId="urn:microsoft.com/office/officeart/2005/8/layout/orgChart1"/>
    <dgm:cxn modelId="{00EF7459-0D41-441B-AB94-CE837B809BEF}" type="presParOf" srcId="{C39434FE-E1E3-4CDF-A0C6-5FE93F39E9C8}" destId="{B438446D-5424-4A87-BA43-8C454F71C86F}" srcOrd="1" destOrd="0" presId="urn:microsoft.com/office/officeart/2005/8/layout/orgChart1"/>
    <dgm:cxn modelId="{4719D784-C9EE-40A4-A75C-27F69A736B61}" type="presParOf" srcId="{60C403A0-0401-4ED8-9FC8-A75B10CCB92A}" destId="{B4824442-DC3E-4A3E-8349-107EA2743283}" srcOrd="1" destOrd="0" presId="urn:microsoft.com/office/officeart/2005/8/layout/orgChart1"/>
    <dgm:cxn modelId="{A9FBA152-DD14-44FF-A869-62D05CD4D92C}" type="presParOf" srcId="{60C403A0-0401-4ED8-9FC8-A75B10CCB92A}" destId="{A54C9BB2-0038-4CFE-AC6B-80D99EA39090}" srcOrd="2" destOrd="0" presId="urn:microsoft.com/office/officeart/2005/8/layout/orgChart1"/>
    <dgm:cxn modelId="{5931619B-0668-4679-9784-B01D8A39EF88}" type="presParOf" srcId="{0AC4C786-ED26-4C6A-908C-855D7B7B10C2}" destId="{583AC4BA-0D6C-40FF-8232-9E4A7A3CE49A}" srcOrd="11" destOrd="0" presId="urn:microsoft.com/office/officeart/2005/8/layout/orgChart1"/>
    <dgm:cxn modelId="{4ADAB59A-6820-4528-897B-7CA5AA6D61E1}" type="presParOf" srcId="{583AC4BA-0D6C-40FF-8232-9E4A7A3CE49A}" destId="{DB03B91C-D63D-41DE-8338-39FEEB8DB8DD}" srcOrd="0" destOrd="0" presId="urn:microsoft.com/office/officeart/2005/8/layout/orgChart1"/>
    <dgm:cxn modelId="{22F64C21-9BAE-471D-ABF7-6F0673E7235A}" type="presParOf" srcId="{DB03B91C-D63D-41DE-8338-39FEEB8DB8DD}" destId="{18278AD8-D929-4CC9-8B77-3D5B4B1C6217}" srcOrd="0" destOrd="0" presId="urn:microsoft.com/office/officeart/2005/8/layout/orgChart1"/>
    <dgm:cxn modelId="{EBC7DF82-6824-47D1-9A4E-744435BAA6F5}" type="presParOf" srcId="{DB03B91C-D63D-41DE-8338-39FEEB8DB8DD}" destId="{15AA72BA-3F11-4A3B-89E3-2DAB558DCA2E}" srcOrd="1" destOrd="0" presId="urn:microsoft.com/office/officeart/2005/8/layout/orgChart1"/>
    <dgm:cxn modelId="{ACEE34FC-32F4-4C9C-8442-1FC805498717}" type="presParOf" srcId="{583AC4BA-0D6C-40FF-8232-9E4A7A3CE49A}" destId="{8E25F4CD-2555-4E0B-944D-D81F83A2F5A1}" srcOrd="1" destOrd="0" presId="urn:microsoft.com/office/officeart/2005/8/layout/orgChart1"/>
    <dgm:cxn modelId="{4A57C693-41F3-4863-810E-16EED83DFCBF}" type="presParOf" srcId="{583AC4BA-0D6C-40FF-8232-9E4A7A3CE49A}" destId="{30E92EED-A42B-4002-B156-5748451FF89D}" srcOrd="2" destOrd="0" presId="urn:microsoft.com/office/officeart/2005/8/layout/orgChart1"/>
    <dgm:cxn modelId="{3382BCCF-2CDF-4FEC-9BA7-6E9DD5969D01}" type="presParOf" srcId="{0AC4C786-ED26-4C6A-908C-855D7B7B10C2}" destId="{E6D43C96-5D57-42E6-9E4C-8615D8B7507F}" srcOrd="12" destOrd="0" presId="urn:microsoft.com/office/officeart/2005/8/layout/orgChart1"/>
    <dgm:cxn modelId="{29E95952-FC23-47BB-8CF9-EDC2936A81AC}" type="presParOf" srcId="{E6D43C96-5D57-42E6-9E4C-8615D8B7507F}" destId="{034826CA-ACC9-494E-BE1B-1654F2347F65}" srcOrd="0" destOrd="0" presId="urn:microsoft.com/office/officeart/2005/8/layout/orgChart1"/>
    <dgm:cxn modelId="{1612A14F-26C2-4B7C-BA17-546BBCA42A74}" type="presParOf" srcId="{034826CA-ACC9-494E-BE1B-1654F2347F65}" destId="{D9FEB06D-144E-42AF-8779-2696E17E9FFA}" srcOrd="0" destOrd="0" presId="urn:microsoft.com/office/officeart/2005/8/layout/orgChart1"/>
    <dgm:cxn modelId="{F956D126-B5D0-4E6B-B378-ECA2D4594114}" type="presParOf" srcId="{034826CA-ACC9-494E-BE1B-1654F2347F65}" destId="{DA388572-DD1A-4693-B8F0-106E724A152D}" srcOrd="1" destOrd="0" presId="urn:microsoft.com/office/officeart/2005/8/layout/orgChart1"/>
    <dgm:cxn modelId="{89F1D4D9-45B3-4FC1-B17A-1625B128C902}" type="presParOf" srcId="{E6D43C96-5D57-42E6-9E4C-8615D8B7507F}" destId="{AAC21389-E823-476F-A93E-5A93988D522A}" srcOrd="1" destOrd="0" presId="urn:microsoft.com/office/officeart/2005/8/layout/orgChart1"/>
    <dgm:cxn modelId="{B48EF1F5-68C4-4E49-BF9F-D715126E16BB}" type="presParOf" srcId="{E6D43C96-5D57-42E6-9E4C-8615D8B7507F}" destId="{0F543181-F931-4AFB-B77D-85378F1C7C55}" srcOrd="2" destOrd="0" presId="urn:microsoft.com/office/officeart/2005/8/layout/orgChart1"/>
    <dgm:cxn modelId="{5DADE6C6-B60C-4760-9CE9-FE0168E7A95A}" type="presParOf" srcId="{0AC4C786-ED26-4C6A-908C-855D7B7B10C2}" destId="{1DC1489A-3425-4640-8B49-0EA732875161}" srcOrd="13" destOrd="0" presId="urn:microsoft.com/office/officeart/2005/8/layout/orgChart1"/>
    <dgm:cxn modelId="{1F0F40EC-C57B-4D6B-936A-D10938F9F259}" type="presParOf" srcId="{1DC1489A-3425-4640-8B49-0EA732875161}" destId="{CA8D33D4-B919-4B4D-AF3C-8DB001983446}" srcOrd="0" destOrd="0" presId="urn:microsoft.com/office/officeart/2005/8/layout/orgChart1"/>
    <dgm:cxn modelId="{7A08C693-658C-4D11-A25E-229EC9EA4164}" type="presParOf" srcId="{CA8D33D4-B919-4B4D-AF3C-8DB001983446}" destId="{A94B94AB-25C5-4813-A304-FE061224B4A1}" srcOrd="0" destOrd="0" presId="urn:microsoft.com/office/officeart/2005/8/layout/orgChart1"/>
    <dgm:cxn modelId="{358B55F0-5FBD-4214-8F40-381A08E6BFB3}" type="presParOf" srcId="{CA8D33D4-B919-4B4D-AF3C-8DB001983446}" destId="{C9A0CF06-EA9E-4BE0-BEC8-A4C9FB190ABD}" srcOrd="1" destOrd="0" presId="urn:microsoft.com/office/officeart/2005/8/layout/orgChart1"/>
    <dgm:cxn modelId="{7E6D2D9B-4BEA-48DA-8137-D3B5BFD983F1}" type="presParOf" srcId="{1DC1489A-3425-4640-8B49-0EA732875161}" destId="{D7F3F831-D1C7-4E50-911A-7349F593F6BD}" srcOrd="1" destOrd="0" presId="urn:microsoft.com/office/officeart/2005/8/layout/orgChart1"/>
    <dgm:cxn modelId="{20610788-E84E-48B9-A60B-51C97356D1F1}" type="presParOf" srcId="{1DC1489A-3425-4640-8B49-0EA732875161}" destId="{987B4FFA-C5A2-4EC2-BA53-B6383AC30D29}" srcOrd="2" destOrd="0" presId="urn:microsoft.com/office/officeart/2005/8/layout/orgChart1"/>
    <dgm:cxn modelId="{A5013FF8-9A38-4EBB-9E4C-F01CAFA11BCD}" type="presParOf" srcId="{0AC4C786-ED26-4C6A-908C-855D7B7B10C2}" destId="{0A13A14F-3B99-44E2-95EF-6D2CB1AE0EF5}" srcOrd="14" destOrd="0" presId="urn:microsoft.com/office/officeart/2005/8/layout/orgChart1"/>
    <dgm:cxn modelId="{1DC10FE9-8A16-4C05-BA8E-A25B4A2A8171}" type="presParOf" srcId="{0A13A14F-3B99-44E2-95EF-6D2CB1AE0EF5}" destId="{62293FE6-353F-49A0-99CC-1754F8494097}" srcOrd="0" destOrd="0" presId="urn:microsoft.com/office/officeart/2005/8/layout/orgChart1"/>
    <dgm:cxn modelId="{E2B159D7-19C3-48A3-B508-C6953E6B1229}" type="presParOf" srcId="{62293FE6-353F-49A0-99CC-1754F8494097}" destId="{03F1F81A-961E-40DC-BCD0-2CCD576CC8F4}" srcOrd="0" destOrd="0" presId="urn:microsoft.com/office/officeart/2005/8/layout/orgChart1"/>
    <dgm:cxn modelId="{03C80107-A1DB-4138-98FF-1AE757B46717}" type="presParOf" srcId="{62293FE6-353F-49A0-99CC-1754F8494097}" destId="{B9A91F01-7010-477A-98EC-63B66D665D15}" srcOrd="1" destOrd="0" presId="urn:microsoft.com/office/officeart/2005/8/layout/orgChart1"/>
    <dgm:cxn modelId="{9CA86022-FB39-489D-B480-8237A46DFD67}" type="presParOf" srcId="{0A13A14F-3B99-44E2-95EF-6D2CB1AE0EF5}" destId="{89716F31-E06F-4FAB-B6A9-BD404D3DCB74}" srcOrd="1" destOrd="0" presId="urn:microsoft.com/office/officeart/2005/8/layout/orgChart1"/>
    <dgm:cxn modelId="{801EAB05-034D-41EF-894D-61C956221905}" type="presParOf" srcId="{0A13A14F-3B99-44E2-95EF-6D2CB1AE0EF5}" destId="{3BB5E9B8-B6E4-49D8-9764-34826B7334D8}" srcOrd="2" destOrd="0" presId="urn:microsoft.com/office/officeart/2005/8/layout/orgChart1"/>
    <dgm:cxn modelId="{E555C02B-218A-4C66-91DD-E9F6970791F0}" type="presParOf" srcId="{0AC4C786-ED26-4C6A-908C-855D7B7B10C2}" destId="{6B364409-EC22-4435-A234-69EC6A5625F4}" srcOrd="15" destOrd="0" presId="urn:microsoft.com/office/officeart/2005/8/layout/orgChart1"/>
    <dgm:cxn modelId="{E97BE261-5542-4F10-8E7D-3B24218F0300}" type="presParOf" srcId="{6B364409-EC22-4435-A234-69EC6A5625F4}" destId="{5B319DB9-7E40-4DBC-9C90-7BA7A0C53720}" srcOrd="0" destOrd="0" presId="urn:microsoft.com/office/officeart/2005/8/layout/orgChart1"/>
    <dgm:cxn modelId="{E400CD31-942F-4371-B0B6-11EA00813566}" type="presParOf" srcId="{5B319DB9-7E40-4DBC-9C90-7BA7A0C53720}" destId="{0803A320-1B96-4C4B-AA0A-5EEB94693A5D}" srcOrd="0" destOrd="0" presId="urn:microsoft.com/office/officeart/2005/8/layout/orgChart1"/>
    <dgm:cxn modelId="{85BA5D1F-B09C-4774-AD61-5B1AC783B2A7}" type="presParOf" srcId="{5B319DB9-7E40-4DBC-9C90-7BA7A0C53720}" destId="{9A249E28-24DE-43D9-A2B1-F074EF7EB96C}" srcOrd="1" destOrd="0" presId="urn:microsoft.com/office/officeart/2005/8/layout/orgChart1"/>
    <dgm:cxn modelId="{B4C14688-EDF7-4082-8A7A-954C01465F56}" type="presParOf" srcId="{6B364409-EC22-4435-A234-69EC6A5625F4}" destId="{1C9EC683-9BF2-41EE-924D-D518D08321FA}" srcOrd="1" destOrd="0" presId="urn:microsoft.com/office/officeart/2005/8/layout/orgChart1"/>
    <dgm:cxn modelId="{B890F0AE-B087-41AC-929A-5243C2A126F9}" type="presParOf" srcId="{6B364409-EC22-4435-A234-69EC6A5625F4}" destId="{79259C78-63FB-4605-BFD8-6B573AA0AB05}" srcOrd="2" destOrd="0" presId="urn:microsoft.com/office/officeart/2005/8/layout/orgChart1"/>
    <dgm:cxn modelId="{83158848-97AE-4A0E-8AA4-A7C399345E95}" type="presParOf" srcId="{0AC4C786-ED26-4C6A-908C-855D7B7B10C2}" destId="{C5247E5E-F48B-4D1B-AC92-E4FA14D0AB13}" srcOrd="16" destOrd="0" presId="urn:microsoft.com/office/officeart/2005/8/layout/orgChart1"/>
    <dgm:cxn modelId="{A7FB2150-5459-4EFE-BFEC-B24851BC63A2}" type="presParOf" srcId="{C5247E5E-F48B-4D1B-AC92-E4FA14D0AB13}" destId="{E1636768-2043-416D-95CD-A78379C7C26E}" srcOrd="0" destOrd="0" presId="urn:microsoft.com/office/officeart/2005/8/layout/orgChart1"/>
    <dgm:cxn modelId="{0B9F5B61-AA4E-48FF-BCC3-5C29679B9E87}" type="presParOf" srcId="{E1636768-2043-416D-95CD-A78379C7C26E}" destId="{F128252C-89A4-46E5-925A-F02BCFCC6D8F}" srcOrd="0" destOrd="0" presId="urn:microsoft.com/office/officeart/2005/8/layout/orgChart1"/>
    <dgm:cxn modelId="{4836C76C-7BAA-4D48-8DA5-59AF75863EDC}" type="presParOf" srcId="{E1636768-2043-416D-95CD-A78379C7C26E}" destId="{342E7C86-8A14-4806-AB47-DCF2064F5B6A}" srcOrd="1" destOrd="0" presId="urn:microsoft.com/office/officeart/2005/8/layout/orgChart1"/>
    <dgm:cxn modelId="{7C4AC0AB-C414-456A-BF8B-A542AD03EEAB}" type="presParOf" srcId="{C5247E5E-F48B-4D1B-AC92-E4FA14D0AB13}" destId="{E453DA5D-4BC0-4B14-9A64-B1C92032CB20}" srcOrd="1" destOrd="0" presId="urn:microsoft.com/office/officeart/2005/8/layout/orgChart1"/>
    <dgm:cxn modelId="{2F4D852A-A9EA-4D11-88E6-CF83A7FA0424}" type="presParOf" srcId="{C5247E5E-F48B-4D1B-AC92-E4FA14D0AB13}" destId="{D187906F-BAA9-4CC8-8522-D927D8C79342}" srcOrd="2" destOrd="0" presId="urn:microsoft.com/office/officeart/2005/8/layout/orgChart1"/>
    <dgm:cxn modelId="{4AC11F15-184F-471F-BCAB-39D7849FFC8E}" type="presParOf" srcId="{0AC4C786-ED26-4C6A-908C-855D7B7B10C2}" destId="{03E6A42A-D60B-45C3-A50E-018C2A924EF8}" srcOrd="17" destOrd="0" presId="urn:microsoft.com/office/officeart/2005/8/layout/orgChart1"/>
    <dgm:cxn modelId="{AAFA6891-62A9-41DD-8D66-8FBAB010DA62}" type="presParOf" srcId="{03E6A42A-D60B-45C3-A50E-018C2A924EF8}" destId="{D9C4B6E0-EBF9-4913-8C92-103C9F398EBE}" srcOrd="0" destOrd="0" presId="urn:microsoft.com/office/officeart/2005/8/layout/orgChart1"/>
    <dgm:cxn modelId="{9BDE1C81-E1C3-4368-BF6B-0C8A37834C0F}" type="presParOf" srcId="{D9C4B6E0-EBF9-4913-8C92-103C9F398EBE}" destId="{B2CC2984-F21B-469D-94E0-D8BB7AC7ABBC}" srcOrd="0" destOrd="0" presId="urn:microsoft.com/office/officeart/2005/8/layout/orgChart1"/>
    <dgm:cxn modelId="{AD1CB3A1-0110-4412-9BBD-F3E28782DEBD}" type="presParOf" srcId="{D9C4B6E0-EBF9-4913-8C92-103C9F398EBE}" destId="{81D4210D-77DC-4105-886B-B347756AC6EF}" srcOrd="1" destOrd="0" presId="urn:microsoft.com/office/officeart/2005/8/layout/orgChart1"/>
    <dgm:cxn modelId="{8DFE382B-2106-43D6-918D-FE5583F6121F}" type="presParOf" srcId="{03E6A42A-D60B-45C3-A50E-018C2A924EF8}" destId="{0405CACC-9FC2-43F6-BBCD-3FD42D98C1A4}" srcOrd="1" destOrd="0" presId="urn:microsoft.com/office/officeart/2005/8/layout/orgChart1"/>
    <dgm:cxn modelId="{36866B9E-C150-45C7-BC8F-6483CFA97DE2}" type="presParOf" srcId="{03E6A42A-D60B-45C3-A50E-018C2A924EF8}" destId="{F072988D-4341-4D8C-9EB7-760846B699FE}" srcOrd="2" destOrd="0" presId="urn:microsoft.com/office/officeart/2005/8/layout/orgChart1"/>
    <dgm:cxn modelId="{253E84E5-1370-4109-8635-F54D53C2F608}" type="presParOf" srcId="{0AC4C786-ED26-4C6A-908C-855D7B7B10C2}" destId="{2024D8DE-AF90-420C-A64F-9F35DF7578FA}" srcOrd="18" destOrd="0" presId="urn:microsoft.com/office/officeart/2005/8/layout/orgChart1"/>
    <dgm:cxn modelId="{8091184A-93EF-441A-87DD-9BDB56DB77C2}" type="presParOf" srcId="{2024D8DE-AF90-420C-A64F-9F35DF7578FA}" destId="{D240B1C1-7678-4F44-9820-41E1CA0C44B5}" srcOrd="0" destOrd="0" presId="urn:microsoft.com/office/officeart/2005/8/layout/orgChart1"/>
    <dgm:cxn modelId="{B4EFE7BD-3655-4A54-B533-5F62915A4BCA}" type="presParOf" srcId="{D240B1C1-7678-4F44-9820-41E1CA0C44B5}" destId="{8B0451EE-36AF-4FB1-9A56-D8EFACF1DF04}" srcOrd="0" destOrd="0" presId="urn:microsoft.com/office/officeart/2005/8/layout/orgChart1"/>
    <dgm:cxn modelId="{D942C3F0-E049-472F-A542-714845C1E4C6}" type="presParOf" srcId="{D240B1C1-7678-4F44-9820-41E1CA0C44B5}" destId="{CBAE5752-3FD6-440D-9D79-1A36161F75DA}" srcOrd="1" destOrd="0" presId="urn:microsoft.com/office/officeart/2005/8/layout/orgChart1"/>
    <dgm:cxn modelId="{14728B63-4419-4E02-9C8E-1A893765D931}" type="presParOf" srcId="{2024D8DE-AF90-420C-A64F-9F35DF7578FA}" destId="{986D89C7-E6F1-4EE7-B841-8E9399B455E3}" srcOrd="1" destOrd="0" presId="urn:microsoft.com/office/officeart/2005/8/layout/orgChart1"/>
    <dgm:cxn modelId="{BC2001F6-484F-4CF2-A91A-FDD2D9B06753}" type="presParOf" srcId="{2024D8DE-AF90-420C-A64F-9F35DF7578FA}" destId="{A7E0C2C7-4DF3-49D0-9DF4-6F83A3455C64}" srcOrd="2" destOrd="0" presId="urn:microsoft.com/office/officeart/2005/8/layout/orgChart1"/>
    <dgm:cxn modelId="{8B23BEA5-EB1E-4F7F-ADE8-04C9C0AF6605}" type="presParOf" srcId="{0AC4C786-ED26-4C6A-908C-855D7B7B10C2}" destId="{DC449966-0E8B-403C-BCB3-C355FB6C1C5D}" srcOrd="19" destOrd="0" presId="urn:microsoft.com/office/officeart/2005/8/layout/orgChart1"/>
    <dgm:cxn modelId="{BA98449D-D2B7-4CD1-87CD-84616AF50D12}" type="presParOf" srcId="{DC449966-0E8B-403C-BCB3-C355FB6C1C5D}" destId="{9BE2FB8E-A63E-44A0-9647-0804FF11B4FF}" srcOrd="0" destOrd="0" presId="urn:microsoft.com/office/officeart/2005/8/layout/orgChart1"/>
    <dgm:cxn modelId="{E357A1EC-7C0B-421F-943C-A8A0A479D6E8}" type="presParOf" srcId="{9BE2FB8E-A63E-44A0-9647-0804FF11B4FF}" destId="{863A68D7-ABF7-4AAC-9E25-0D1A2F0E87A4}" srcOrd="0" destOrd="0" presId="urn:microsoft.com/office/officeart/2005/8/layout/orgChart1"/>
    <dgm:cxn modelId="{A16A1265-F7D1-43FD-88A1-6DDE7653F64A}" type="presParOf" srcId="{9BE2FB8E-A63E-44A0-9647-0804FF11B4FF}" destId="{E423F6FD-E5DC-49C6-9A4A-95C83326D624}" srcOrd="1" destOrd="0" presId="urn:microsoft.com/office/officeart/2005/8/layout/orgChart1"/>
    <dgm:cxn modelId="{A52961B2-07F8-4938-8DCE-1F772A083CA0}" type="presParOf" srcId="{DC449966-0E8B-403C-BCB3-C355FB6C1C5D}" destId="{350B3D10-172F-4CFD-BDB3-D02907E5332D}" srcOrd="1" destOrd="0" presId="urn:microsoft.com/office/officeart/2005/8/layout/orgChart1"/>
    <dgm:cxn modelId="{A813368B-4868-4B8D-B91F-636B93E4C377}" type="presParOf" srcId="{DC449966-0E8B-403C-BCB3-C355FB6C1C5D}" destId="{907C01B8-8324-4113-9B7D-042B672F67AD}" srcOrd="2" destOrd="0" presId="urn:microsoft.com/office/officeart/2005/8/layout/orgChart1"/>
    <dgm:cxn modelId="{C7D259E8-0F42-40EB-9B16-1D50AEB49C67}" type="presParOf" srcId="{0AC4C786-ED26-4C6A-908C-855D7B7B10C2}" destId="{7D0BF68F-2867-4ABA-AF7E-F980E6B61EE2}" srcOrd="20" destOrd="0" presId="urn:microsoft.com/office/officeart/2005/8/layout/orgChart1"/>
    <dgm:cxn modelId="{92B242EC-B687-4D64-97AD-8C8F558C222D}" type="presParOf" srcId="{7D0BF68F-2867-4ABA-AF7E-F980E6B61EE2}" destId="{CDA85C68-BDEE-4438-AEA3-F4EEB49D9AB7}" srcOrd="0" destOrd="0" presId="urn:microsoft.com/office/officeart/2005/8/layout/orgChart1"/>
    <dgm:cxn modelId="{88AE8885-3FF7-4945-9F9F-E45E46C8614D}" type="presParOf" srcId="{CDA85C68-BDEE-4438-AEA3-F4EEB49D9AB7}" destId="{A6E6A994-5B59-4B87-828F-2F0E6C98B755}" srcOrd="0" destOrd="0" presId="urn:microsoft.com/office/officeart/2005/8/layout/orgChart1"/>
    <dgm:cxn modelId="{638661A1-096F-42E5-972A-734F20EEF52D}" type="presParOf" srcId="{CDA85C68-BDEE-4438-AEA3-F4EEB49D9AB7}" destId="{C70668EC-08D5-49EB-917F-C3094356ABC6}" srcOrd="1" destOrd="0" presId="urn:microsoft.com/office/officeart/2005/8/layout/orgChart1"/>
    <dgm:cxn modelId="{DE402483-0BA4-4DEA-9E23-88E5D8B4FBC5}" type="presParOf" srcId="{7D0BF68F-2867-4ABA-AF7E-F980E6B61EE2}" destId="{4BC5847F-ED7A-4FCD-A2E2-38B13EF098B5}" srcOrd="1" destOrd="0" presId="urn:microsoft.com/office/officeart/2005/8/layout/orgChart1"/>
    <dgm:cxn modelId="{6FAA32A1-8280-4EBF-8BB9-972BF4FF13C0}" type="presParOf" srcId="{7D0BF68F-2867-4ABA-AF7E-F980E6B61EE2}" destId="{24965EF1-6659-41E1-B3DC-8A5A590D1B5B}" srcOrd="2" destOrd="0" presId="urn:microsoft.com/office/officeart/2005/8/layout/orgChart1"/>
    <dgm:cxn modelId="{8DD75FF8-43C6-442C-A646-9B14A2E739BD}" type="presParOf" srcId="{0AC4C786-ED26-4C6A-908C-855D7B7B10C2}" destId="{466599A2-F8F4-4E6B-B40F-21B3761792DE}" srcOrd="21" destOrd="0" presId="urn:microsoft.com/office/officeart/2005/8/layout/orgChart1"/>
    <dgm:cxn modelId="{807CC07C-F7B4-4CDE-9D72-B1C0E4A40AFF}" type="presParOf" srcId="{466599A2-F8F4-4E6B-B40F-21B3761792DE}" destId="{4CCFA120-2EE3-49B0-A1BB-16E6BDD83EA3}" srcOrd="0" destOrd="0" presId="urn:microsoft.com/office/officeart/2005/8/layout/orgChart1"/>
    <dgm:cxn modelId="{05E1F642-7F6A-496F-A293-08CB6EA7942D}" type="presParOf" srcId="{4CCFA120-2EE3-49B0-A1BB-16E6BDD83EA3}" destId="{F53F1598-89F7-40B1-B545-70FB8C4CC5C9}" srcOrd="0" destOrd="0" presId="urn:microsoft.com/office/officeart/2005/8/layout/orgChart1"/>
    <dgm:cxn modelId="{590D0202-FFF8-4753-84B2-84147A813C59}" type="presParOf" srcId="{4CCFA120-2EE3-49B0-A1BB-16E6BDD83EA3}" destId="{7B34ED7E-DF2D-4AAD-9177-6B2638298A91}" srcOrd="1" destOrd="0" presId="urn:microsoft.com/office/officeart/2005/8/layout/orgChart1"/>
    <dgm:cxn modelId="{E11A60CE-B27C-4DD6-B3D1-C855A2216C20}" type="presParOf" srcId="{466599A2-F8F4-4E6B-B40F-21B3761792DE}" destId="{7C2A5E49-1596-4A00-AD82-3FBAAC9D342E}" srcOrd="1" destOrd="0" presId="urn:microsoft.com/office/officeart/2005/8/layout/orgChart1"/>
    <dgm:cxn modelId="{2EC01828-816C-4780-9FB1-5BB7A6558A3D}" type="presParOf" srcId="{466599A2-F8F4-4E6B-B40F-21B3761792DE}" destId="{03EC2DCD-2B6C-4B9C-B642-6164A7DD01D8}" srcOrd="2" destOrd="0" presId="urn:microsoft.com/office/officeart/2005/8/layout/orgChart1"/>
    <dgm:cxn modelId="{A1A665E0-CBA6-4644-8090-17636816E9F2}" type="presParOf" srcId="{0AC4C786-ED26-4C6A-908C-855D7B7B10C2}" destId="{1DB8BB4A-177F-49E6-9EE9-82A2C891CA33}" srcOrd="22" destOrd="0" presId="urn:microsoft.com/office/officeart/2005/8/layout/orgChart1"/>
    <dgm:cxn modelId="{BA043875-9FD6-4566-8F65-FCD042A3A75B}" type="presParOf" srcId="{1DB8BB4A-177F-49E6-9EE9-82A2C891CA33}" destId="{704F43A2-5B6E-49A0-949C-77462F4300F2}" srcOrd="0" destOrd="0" presId="urn:microsoft.com/office/officeart/2005/8/layout/orgChart1"/>
    <dgm:cxn modelId="{9E146206-32CA-4D0B-A95E-6E62BC7640EF}" type="presParOf" srcId="{704F43A2-5B6E-49A0-949C-77462F4300F2}" destId="{3F5A62AD-8A61-4409-9D61-2E5449091A27}" srcOrd="0" destOrd="0" presId="urn:microsoft.com/office/officeart/2005/8/layout/orgChart1"/>
    <dgm:cxn modelId="{10D9CE54-C870-49DC-91D0-0A9493F45163}" type="presParOf" srcId="{704F43A2-5B6E-49A0-949C-77462F4300F2}" destId="{4C8FE397-B85B-4963-9E70-1B240D280056}" srcOrd="1" destOrd="0" presId="urn:microsoft.com/office/officeart/2005/8/layout/orgChart1"/>
    <dgm:cxn modelId="{0CACAFBD-6BFA-434F-A8C5-47CE6F9424DD}" type="presParOf" srcId="{1DB8BB4A-177F-49E6-9EE9-82A2C891CA33}" destId="{3BA135D7-685F-4089-8DCB-B7DE3200BE73}" srcOrd="1" destOrd="0" presId="urn:microsoft.com/office/officeart/2005/8/layout/orgChart1"/>
    <dgm:cxn modelId="{32537753-045D-44B4-B304-82FBF68601C6}" type="presParOf" srcId="{1DB8BB4A-177F-49E6-9EE9-82A2C891CA33}" destId="{328EC84D-766A-41A3-A67B-FC1B8B48FBAC}" srcOrd="2" destOrd="0" presId="urn:microsoft.com/office/officeart/2005/8/layout/orgChart1"/>
    <dgm:cxn modelId="{FD6B6FA6-F7B4-436D-ADA0-0199C8B77B13}" type="presParOf" srcId="{0AC4C786-ED26-4C6A-908C-855D7B7B10C2}" destId="{E16A10FD-B95F-4CE2-9373-5A08C0E1B62D}" srcOrd="23" destOrd="0" presId="urn:microsoft.com/office/officeart/2005/8/layout/orgChart1"/>
    <dgm:cxn modelId="{CAD8AABC-9E62-4257-A955-7E8F913CF6D8}" type="presParOf" srcId="{E16A10FD-B95F-4CE2-9373-5A08C0E1B62D}" destId="{17749863-7A4F-4B53-BA23-258CD99158E9}" srcOrd="0" destOrd="0" presId="urn:microsoft.com/office/officeart/2005/8/layout/orgChart1"/>
    <dgm:cxn modelId="{A3ECC911-0E68-4A8A-85AF-21EBAF1551F1}" type="presParOf" srcId="{17749863-7A4F-4B53-BA23-258CD99158E9}" destId="{A97E72C2-BAF0-4C84-B1F1-5258E97765EF}" srcOrd="0" destOrd="0" presId="urn:microsoft.com/office/officeart/2005/8/layout/orgChart1"/>
    <dgm:cxn modelId="{0D459A6A-3E83-4503-B2F5-38640F97BBBA}" type="presParOf" srcId="{17749863-7A4F-4B53-BA23-258CD99158E9}" destId="{BBE5133D-1F3C-41EC-98E6-FA29A0DF6E0A}" srcOrd="1" destOrd="0" presId="urn:microsoft.com/office/officeart/2005/8/layout/orgChart1"/>
    <dgm:cxn modelId="{08BB92C7-551F-4057-8A8D-D8053653CC2F}" type="presParOf" srcId="{E16A10FD-B95F-4CE2-9373-5A08C0E1B62D}" destId="{E27636BF-76EF-46C8-8FD6-4E1E2CE20F21}" srcOrd="1" destOrd="0" presId="urn:microsoft.com/office/officeart/2005/8/layout/orgChart1"/>
    <dgm:cxn modelId="{CFE7FEFA-06D8-42FD-A27C-EE046FB124EA}" type="presParOf" srcId="{E16A10FD-B95F-4CE2-9373-5A08C0E1B62D}" destId="{C28265E6-9470-4F9B-8E15-7BC50B6AC3C6}" srcOrd="2" destOrd="0" presId="urn:microsoft.com/office/officeart/2005/8/layout/orgChart1"/>
    <dgm:cxn modelId="{D3CB32DA-DB27-4A57-AC0B-65643D5AEC16}" type="presParOf" srcId="{0AC4C786-ED26-4C6A-908C-855D7B7B10C2}" destId="{932C36B3-6134-4A6B-9045-058A0F72461A}" srcOrd="24" destOrd="0" presId="urn:microsoft.com/office/officeart/2005/8/layout/orgChart1"/>
    <dgm:cxn modelId="{BB2FD413-E9E2-45AB-957C-094FEC43879F}" type="presParOf" srcId="{932C36B3-6134-4A6B-9045-058A0F72461A}" destId="{E5968D56-40C4-4042-BDA1-75F94D0666D1}" srcOrd="0" destOrd="0" presId="urn:microsoft.com/office/officeart/2005/8/layout/orgChart1"/>
    <dgm:cxn modelId="{FADB19B6-421C-4F27-A6EE-EEED6EBF3BBF}" type="presParOf" srcId="{E5968D56-40C4-4042-BDA1-75F94D0666D1}" destId="{6F430980-D0B8-47E6-83AF-25F594BAC0CB}" srcOrd="0" destOrd="0" presId="urn:microsoft.com/office/officeart/2005/8/layout/orgChart1"/>
    <dgm:cxn modelId="{81CB2C37-4963-4FAE-BEAE-E28CAE9DA377}" type="presParOf" srcId="{E5968D56-40C4-4042-BDA1-75F94D0666D1}" destId="{8512894F-F060-4D06-A8D5-FC46F483CE68}" srcOrd="1" destOrd="0" presId="urn:microsoft.com/office/officeart/2005/8/layout/orgChart1"/>
    <dgm:cxn modelId="{1A7F066F-AA15-4E52-AD3A-7BDC001FBEC5}" type="presParOf" srcId="{932C36B3-6134-4A6B-9045-058A0F72461A}" destId="{EBEEBD66-6BAE-4241-A432-8703076B67C7}" srcOrd="1" destOrd="0" presId="urn:microsoft.com/office/officeart/2005/8/layout/orgChart1"/>
    <dgm:cxn modelId="{FD3975FC-D5FF-4D18-A452-608B08F4E32F}" type="presParOf" srcId="{932C36B3-6134-4A6B-9045-058A0F72461A}" destId="{AC87E833-6A46-4324-A684-8C5C8687BDD4}" srcOrd="2" destOrd="0" presId="urn:microsoft.com/office/officeart/2005/8/layout/orgChart1"/>
    <dgm:cxn modelId="{FBAC153A-FC27-4D26-AFE1-E8CD89973FC1}" type="presParOf" srcId="{0AC4C786-ED26-4C6A-908C-855D7B7B10C2}" destId="{58757A33-3B5B-46D5-B15E-46C2853965B1}" srcOrd="25" destOrd="0" presId="urn:microsoft.com/office/officeart/2005/8/layout/orgChart1"/>
    <dgm:cxn modelId="{D3C75B17-198A-472D-BB45-B8DF0289F4AC}" type="presParOf" srcId="{58757A33-3B5B-46D5-B15E-46C2853965B1}" destId="{61E2E736-617D-40B6-997E-884D6EB640CE}" srcOrd="0" destOrd="0" presId="urn:microsoft.com/office/officeart/2005/8/layout/orgChart1"/>
    <dgm:cxn modelId="{5E472E6F-0FDB-452E-AD78-3D96C7A6AF7C}" type="presParOf" srcId="{61E2E736-617D-40B6-997E-884D6EB640CE}" destId="{2BF4E106-4432-4176-862F-4A7123DBA097}" srcOrd="0" destOrd="0" presId="urn:microsoft.com/office/officeart/2005/8/layout/orgChart1"/>
    <dgm:cxn modelId="{592B685C-CB2F-464B-91BF-F0E1F7DEBE42}" type="presParOf" srcId="{61E2E736-617D-40B6-997E-884D6EB640CE}" destId="{4A92BECE-38BE-48A9-96E0-FACBE4D46D23}" srcOrd="1" destOrd="0" presId="urn:microsoft.com/office/officeart/2005/8/layout/orgChart1"/>
    <dgm:cxn modelId="{EFA32573-71D6-445C-A07D-C8218CD98407}" type="presParOf" srcId="{58757A33-3B5B-46D5-B15E-46C2853965B1}" destId="{27EB95A1-650C-4735-90A6-F5F9CC7900E1}" srcOrd="1" destOrd="0" presId="urn:microsoft.com/office/officeart/2005/8/layout/orgChart1"/>
    <dgm:cxn modelId="{955BF553-4358-40BD-A915-985CB880D92D}" type="presParOf" srcId="{58757A33-3B5B-46D5-B15E-46C2853965B1}" destId="{163A49A6-EE55-4880-BD22-59B1817DEFC0}" srcOrd="2" destOrd="0" presId="urn:microsoft.com/office/officeart/2005/8/layout/orgChart1"/>
    <dgm:cxn modelId="{296548D2-5AF5-431A-A3AC-0DEC22BA6BE3}" type="presParOf" srcId="{0AC4C786-ED26-4C6A-908C-855D7B7B10C2}" destId="{48206523-CC5E-4FE3-9D7C-1C0980E463B9}" srcOrd="26" destOrd="0" presId="urn:microsoft.com/office/officeart/2005/8/layout/orgChart1"/>
    <dgm:cxn modelId="{FF12332F-5221-482F-AD46-373A2E2C72F4}" type="presParOf" srcId="{48206523-CC5E-4FE3-9D7C-1C0980E463B9}" destId="{9D35DA50-3412-47A2-910D-A914FD13FD57}" srcOrd="0" destOrd="0" presId="urn:microsoft.com/office/officeart/2005/8/layout/orgChart1"/>
    <dgm:cxn modelId="{A2ED2A79-918E-4BDD-B60C-E9FA6E1C7E93}" type="presParOf" srcId="{9D35DA50-3412-47A2-910D-A914FD13FD57}" destId="{834E9A8F-78AA-4A76-A05D-A90207CB562D}" srcOrd="0" destOrd="0" presId="urn:microsoft.com/office/officeart/2005/8/layout/orgChart1"/>
    <dgm:cxn modelId="{E441441B-8A55-45EA-B7AD-D49946F08A06}" type="presParOf" srcId="{9D35DA50-3412-47A2-910D-A914FD13FD57}" destId="{623AE4FC-0A9E-4490-9F68-94E3433C84F5}" srcOrd="1" destOrd="0" presId="urn:microsoft.com/office/officeart/2005/8/layout/orgChart1"/>
    <dgm:cxn modelId="{D8ACA4CD-48C0-4712-B10B-99648483ABF8}" type="presParOf" srcId="{48206523-CC5E-4FE3-9D7C-1C0980E463B9}" destId="{31013DFD-AF0C-4E12-8CB2-089B7BA7E85C}" srcOrd="1" destOrd="0" presId="urn:microsoft.com/office/officeart/2005/8/layout/orgChart1"/>
    <dgm:cxn modelId="{0C5CC1F7-C854-4DBA-93D0-B772C7260F21}" type="presParOf" srcId="{48206523-CC5E-4FE3-9D7C-1C0980E463B9}" destId="{239F8DC6-69D7-4A19-9F57-DFE424A49661}" srcOrd="2" destOrd="0" presId="urn:microsoft.com/office/officeart/2005/8/layout/orgChart1"/>
    <dgm:cxn modelId="{1EE8727F-9906-4DC2-9306-D8FDA14F0E8F}" type="presParOf" srcId="{0AC4C786-ED26-4C6A-908C-855D7B7B10C2}" destId="{A3836740-B909-43F1-B90A-FD0D0842CE35}" srcOrd="27" destOrd="0" presId="urn:microsoft.com/office/officeart/2005/8/layout/orgChart1"/>
    <dgm:cxn modelId="{B7EC0E49-80C1-4666-BA2E-D7DAD7161AEA}" type="presParOf" srcId="{A3836740-B909-43F1-B90A-FD0D0842CE35}" destId="{605AD9BE-A318-4A3E-B3AD-8A8EEDBA86CB}" srcOrd="0" destOrd="0" presId="urn:microsoft.com/office/officeart/2005/8/layout/orgChart1"/>
    <dgm:cxn modelId="{9BDC5C28-18D6-4095-867E-14FAB7A2E734}" type="presParOf" srcId="{605AD9BE-A318-4A3E-B3AD-8A8EEDBA86CB}" destId="{54C5046A-2700-497B-A9EC-5C0B8E25B0CB}" srcOrd="0" destOrd="0" presId="urn:microsoft.com/office/officeart/2005/8/layout/orgChart1"/>
    <dgm:cxn modelId="{61A1EC81-2533-42F0-8561-F3ED91619D92}" type="presParOf" srcId="{605AD9BE-A318-4A3E-B3AD-8A8EEDBA86CB}" destId="{E6F9EAA2-21DD-487E-B0CB-1B31251B86E9}" srcOrd="1" destOrd="0" presId="urn:microsoft.com/office/officeart/2005/8/layout/orgChart1"/>
    <dgm:cxn modelId="{71F4C817-7660-432D-9CED-4DBA867E17EE}" type="presParOf" srcId="{A3836740-B909-43F1-B90A-FD0D0842CE35}" destId="{BD191F94-0351-49C5-B6E7-5C90CEEFAA35}" srcOrd="1" destOrd="0" presId="urn:microsoft.com/office/officeart/2005/8/layout/orgChart1"/>
    <dgm:cxn modelId="{6336E217-7B14-4ED0-A975-F2252FA461F8}" type="presParOf" srcId="{A3836740-B909-43F1-B90A-FD0D0842CE35}" destId="{9BDC80D9-A146-4D98-8544-CD599FE44F1A}" srcOrd="2" destOrd="0" presId="urn:microsoft.com/office/officeart/2005/8/layout/orgChart1"/>
    <dgm:cxn modelId="{BA58B695-4F7C-490C-98FD-F90E2ADA896D}" type="presParOf" srcId="{0AC4C786-ED26-4C6A-908C-855D7B7B10C2}" destId="{2C438121-408D-4E07-9487-04B8858F4C9C}" srcOrd="28" destOrd="0" presId="urn:microsoft.com/office/officeart/2005/8/layout/orgChart1"/>
    <dgm:cxn modelId="{8197F3B2-E698-4C50-BFF9-5F4FEE144EC2}" type="presParOf" srcId="{2C438121-408D-4E07-9487-04B8858F4C9C}" destId="{A6AB79BD-675E-4703-8C77-5D7C4FE89EEE}" srcOrd="0" destOrd="0" presId="urn:microsoft.com/office/officeart/2005/8/layout/orgChart1"/>
    <dgm:cxn modelId="{A5092E1E-E608-4D7E-9CAA-4B4C5CA57D4B}" type="presParOf" srcId="{A6AB79BD-675E-4703-8C77-5D7C4FE89EEE}" destId="{EE3F94CD-A372-43B6-AA95-F03E3ADFE666}" srcOrd="0" destOrd="0" presId="urn:microsoft.com/office/officeart/2005/8/layout/orgChart1"/>
    <dgm:cxn modelId="{409FCB50-F979-4008-84E7-BE25329D7FC6}" type="presParOf" srcId="{A6AB79BD-675E-4703-8C77-5D7C4FE89EEE}" destId="{EF5746B6-99C4-40EA-A01B-720797D8003F}" srcOrd="1" destOrd="0" presId="urn:microsoft.com/office/officeart/2005/8/layout/orgChart1"/>
    <dgm:cxn modelId="{75F93CC1-8A91-435A-BF32-5899BDC2EEB8}" type="presParOf" srcId="{2C438121-408D-4E07-9487-04B8858F4C9C}" destId="{5026B586-27F7-40F3-A50D-B3A76C3DA17C}" srcOrd="1" destOrd="0" presId="urn:microsoft.com/office/officeart/2005/8/layout/orgChart1"/>
    <dgm:cxn modelId="{00BA1363-A3BB-4C7D-B1E8-1C66A5432D3C}" type="presParOf" srcId="{2C438121-408D-4E07-9487-04B8858F4C9C}" destId="{6E4A49F2-8050-4514-AE91-691191970C91}" srcOrd="2" destOrd="0" presId="urn:microsoft.com/office/officeart/2005/8/layout/orgChart1"/>
    <dgm:cxn modelId="{E2D4B9FD-D4DE-4AE9-B431-B8D0C4875748}" type="presParOf" srcId="{0AC4C786-ED26-4C6A-908C-855D7B7B10C2}" destId="{1AA689DF-3096-46F8-B009-75207D28B60B}" srcOrd="29" destOrd="0" presId="urn:microsoft.com/office/officeart/2005/8/layout/orgChart1"/>
    <dgm:cxn modelId="{6999C127-BCD7-437A-AEAA-2ED499A3E2EF}" type="presParOf" srcId="{1AA689DF-3096-46F8-B009-75207D28B60B}" destId="{715846E0-1474-4353-81B4-1B746DDDBAF2}" srcOrd="0" destOrd="0" presId="urn:microsoft.com/office/officeart/2005/8/layout/orgChart1"/>
    <dgm:cxn modelId="{A9262044-BD50-452A-BDE0-93D913E42A90}" type="presParOf" srcId="{715846E0-1474-4353-81B4-1B746DDDBAF2}" destId="{856C2E88-94F9-48A5-95A0-80F065564DF8}" srcOrd="0" destOrd="0" presId="urn:microsoft.com/office/officeart/2005/8/layout/orgChart1"/>
    <dgm:cxn modelId="{82951698-CA3A-4E54-BC2C-ABCAC2EF818D}" type="presParOf" srcId="{715846E0-1474-4353-81B4-1B746DDDBAF2}" destId="{7C1EBF52-B710-47BE-B31A-C3AB46788C4C}" srcOrd="1" destOrd="0" presId="urn:microsoft.com/office/officeart/2005/8/layout/orgChart1"/>
    <dgm:cxn modelId="{64F2EFA8-C7FF-45A3-91BD-975BFB48533C}" type="presParOf" srcId="{1AA689DF-3096-46F8-B009-75207D28B60B}" destId="{A03F38EB-5499-4CED-9229-7D7D2E865E45}" srcOrd="1" destOrd="0" presId="urn:microsoft.com/office/officeart/2005/8/layout/orgChart1"/>
    <dgm:cxn modelId="{A8A662A7-03F3-4BE9-9F6D-5BE5EC4FD725}" type="presParOf" srcId="{1AA689DF-3096-46F8-B009-75207D28B60B}" destId="{EB53E1BE-AA33-4E1F-9C5E-A6E7005EF5E7}" srcOrd="2" destOrd="0" presId="urn:microsoft.com/office/officeart/2005/8/layout/orgChart1"/>
    <dgm:cxn modelId="{54C269FF-9E57-4091-8C33-DB236023780C}" type="presParOf" srcId="{0AC4C786-ED26-4C6A-908C-855D7B7B10C2}" destId="{09E25E50-C0AC-4782-A285-5798E7D14044}" srcOrd="30" destOrd="0" presId="urn:microsoft.com/office/officeart/2005/8/layout/orgChart1"/>
    <dgm:cxn modelId="{DCD5A66D-543E-4FD3-B9DE-947BAEBFC4CC}" type="presParOf" srcId="{09E25E50-C0AC-4782-A285-5798E7D14044}" destId="{FABEADA8-AB23-4012-8E6A-FF41FE4A9335}" srcOrd="0" destOrd="0" presId="urn:microsoft.com/office/officeart/2005/8/layout/orgChart1"/>
    <dgm:cxn modelId="{D7E97527-42D3-42A9-9E33-8F4DE43DD449}" type="presParOf" srcId="{FABEADA8-AB23-4012-8E6A-FF41FE4A9335}" destId="{68B5A9A9-3D3B-496E-B0E1-7E5B1BF4BA78}" srcOrd="0" destOrd="0" presId="urn:microsoft.com/office/officeart/2005/8/layout/orgChart1"/>
    <dgm:cxn modelId="{F4CB92A9-A9EC-4813-882E-FF6723E15BFA}" type="presParOf" srcId="{FABEADA8-AB23-4012-8E6A-FF41FE4A9335}" destId="{5D72C87B-DE29-44BA-8BA1-A05D0FCC7768}" srcOrd="1" destOrd="0" presId="urn:microsoft.com/office/officeart/2005/8/layout/orgChart1"/>
    <dgm:cxn modelId="{3D8296F4-025C-4E57-9373-33DD9E63DFCB}" type="presParOf" srcId="{09E25E50-C0AC-4782-A285-5798E7D14044}" destId="{3221E8EF-AE45-4217-9C40-FF02ADFB0EBD}" srcOrd="1" destOrd="0" presId="urn:microsoft.com/office/officeart/2005/8/layout/orgChart1"/>
    <dgm:cxn modelId="{C20F3E35-62BE-479B-BDFD-DADFD5920F24}" type="presParOf" srcId="{09E25E50-C0AC-4782-A285-5798E7D14044}" destId="{344D25D0-C356-4726-A2CF-43BB288D6ACF}" srcOrd="2" destOrd="0" presId="urn:microsoft.com/office/officeart/2005/8/layout/orgChart1"/>
    <dgm:cxn modelId="{19CFBDD4-C514-4BD5-9B22-D0DF244ED2A4}" type="presParOf" srcId="{0AC4C786-ED26-4C6A-908C-855D7B7B10C2}" destId="{03C0CA71-9480-43AB-85B1-8C78A7C29DAA}" srcOrd="31" destOrd="0" presId="urn:microsoft.com/office/officeart/2005/8/layout/orgChart1"/>
    <dgm:cxn modelId="{AACB20F3-17AB-4FA2-B334-6C16905A1BCF}" type="presParOf" srcId="{03C0CA71-9480-43AB-85B1-8C78A7C29DAA}" destId="{7D4D6A2B-0430-4A54-BD6A-4AFB382B2DF1}" srcOrd="0" destOrd="0" presId="urn:microsoft.com/office/officeart/2005/8/layout/orgChart1"/>
    <dgm:cxn modelId="{A831F41C-7FBD-4501-BF5E-FC2006EB4E24}" type="presParOf" srcId="{7D4D6A2B-0430-4A54-BD6A-4AFB382B2DF1}" destId="{DA3505B3-91B2-4080-9CD5-EF634D2899A7}" srcOrd="0" destOrd="0" presId="urn:microsoft.com/office/officeart/2005/8/layout/orgChart1"/>
    <dgm:cxn modelId="{B0B24064-15A0-4F34-AB99-8BAF67F53140}" type="presParOf" srcId="{7D4D6A2B-0430-4A54-BD6A-4AFB382B2DF1}" destId="{D800C573-86E2-4A47-8EEA-9682EADA676E}" srcOrd="1" destOrd="0" presId="urn:microsoft.com/office/officeart/2005/8/layout/orgChart1"/>
    <dgm:cxn modelId="{6C4C52EA-ED15-484D-BCFA-4DE2B810DCE4}" type="presParOf" srcId="{03C0CA71-9480-43AB-85B1-8C78A7C29DAA}" destId="{63D9AE9B-6F56-46BE-85FF-01E65DA535FC}" srcOrd="1" destOrd="0" presId="urn:microsoft.com/office/officeart/2005/8/layout/orgChart1"/>
    <dgm:cxn modelId="{FFFBD71C-3D74-4572-A00F-E0B82BAFE0E6}" type="presParOf" srcId="{03C0CA71-9480-43AB-85B1-8C78A7C29DAA}" destId="{35687758-E777-4C32-B239-FCE862F79ACC}" srcOrd="2" destOrd="0" presId="urn:microsoft.com/office/officeart/2005/8/layout/orgChart1"/>
    <dgm:cxn modelId="{DCF87A0E-71A7-4747-92D5-139C94984D07}" type="presParOf" srcId="{0AC4C786-ED26-4C6A-908C-855D7B7B10C2}" destId="{0874D37F-68EE-47DF-AD9D-040ADBD4D2B6}" srcOrd="32" destOrd="0" presId="urn:microsoft.com/office/officeart/2005/8/layout/orgChart1"/>
    <dgm:cxn modelId="{13671774-62AE-4FDB-84A2-E59945EF0BE0}" type="presParOf" srcId="{0874D37F-68EE-47DF-AD9D-040ADBD4D2B6}" destId="{95612346-F22D-4D16-B372-7B5878D158D0}" srcOrd="0" destOrd="0" presId="urn:microsoft.com/office/officeart/2005/8/layout/orgChart1"/>
    <dgm:cxn modelId="{6117F20E-2BFB-43E8-A3AB-9EC33B9DFCD0}" type="presParOf" srcId="{95612346-F22D-4D16-B372-7B5878D158D0}" destId="{50F80BE9-F90E-416C-8C44-597D5BBCD9EA}" srcOrd="0" destOrd="0" presId="urn:microsoft.com/office/officeart/2005/8/layout/orgChart1"/>
    <dgm:cxn modelId="{94C7332D-C830-4C6F-B463-23D087B121CC}" type="presParOf" srcId="{95612346-F22D-4D16-B372-7B5878D158D0}" destId="{C27CDC66-01C3-4D63-A119-2D6F7194CA8C}" srcOrd="1" destOrd="0" presId="urn:microsoft.com/office/officeart/2005/8/layout/orgChart1"/>
    <dgm:cxn modelId="{C120D4DF-CDDA-4B53-8B69-89760D068522}" type="presParOf" srcId="{0874D37F-68EE-47DF-AD9D-040ADBD4D2B6}" destId="{FB31CDCD-D8F8-4A8C-A5EA-D67B6DA44F6B}" srcOrd="1" destOrd="0" presId="urn:microsoft.com/office/officeart/2005/8/layout/orgChart1"/>
    <dgm:cxn modelId="{AC247700-07AA-4803-87FC-BA9BD0F0A102}" type="presParOf" srcId="{0874D37F-68EE-47DF-AD9D-040ADBD4D2B6}" destId="{8985C26A-5401-46A4-B013-9C6D1E528C09}" srcOrd="2" destOrd="0" presId="urn:microsoft.com/office/officeart/2005/8/layout/orgChart1"/>
    <dgm:cxn modelId="{ECD50974-129B-477C-A20B-F11B87F762BB}" type="presParOf" srcId="{0AC4C786-ED26-4C6A-908C-855D7B7B10C2}" destId="{152DF415-A183-4346-87C3-AAB7FC3F919E}" srcOrd="33" destOrd="0" presId="urn:microsoft.com/office/officeart/2005/8/layout/orgChart1"/>
    <dgm:cxn modelId="{BC807E3B-8E24-4375-8183-8C5451248ED5}" type="presParOf" srcId="{152DF415-A183-4346-87C3-AAB7FC3F919E}" destId="{C832AEA2-776E-4A59-B6A7-1457D46C9582}" srcOrd="0" destOrd="0" presId="urn:microsoft.com/office/officeart/2005/8/layout/orgChart1"/>
    <dgm:cxn modelId="{5B58E69D-EADF-4EA7-BE50-557E2DF8F750}" type="presParOf" srcId="{C832AEA2-776E-4A59-B6A7-1457D46C9582}" destId="{6C410F43-EA1A-41CD-ABAE-2962A3286A70}" srcOrd="0" destOrd="0" presId="urn:microsoft.com/office/officeart/2005/8/layout/orgChart1"/>
    <dgm:cxn modelId="{A2F283E6-30C4-4B96-BEFD-533163F1454A}" type="presParOf" srcId="{C832AEA2-776E-4A59-B6A7-1457D46C9582}" destId="{E12161AA-4829-4DDB-A21D-0DCCBFD5A6E5}" srcOrd="1" destOrd="0" presId="urn:microsoft.com/office/officeart/2005/8/layout/orgChart1"/>
    <dgm:cxn modelId="{40AF58F6-E7D6-47C0-883B-F312392F7A64}" type="presParOf" srcId="{152DF415-A183-4346-87C3-AAB7FC3F919E}" destId="{F1F15071-BD4A-4BB4-AE65-AD180CF1FA17}" srcOrd="1" destOrd="0" presId="urn:microsoft.com/office/officeart/2005/8/layout/orgChart1"/>
    <dgm:cxn modelId="{0285ED0C-A217-4798-A95A-70573256CFBC}" type="presParOf" srcId="{152DF415-A183-4346-87C3-AAB7FC3F919E}" destId="{60E2DE89-788B-495F-9609-95A49DA778F0}" srcOrd="2" destOrd="0" presId="urn:microsoft.com/office/officeart/2005/8/layout/orgChart1"/>
    <dgm:cxn modelId="{573E02A8-F965-4B29-9830-EE2758A758BC}" type="presParOf" srcId="{0AC4C786-ED26-4C6A-908C-855D7B7B10C2}" destId="{6EB42646-4C9C-4F08-BA5C-889B9A67AB2F}" srcOrd="34" destOrd="0" presId="urn:microsoft.com/office/officeart/2005/8/layout/orgChart1"/>
    <dgm:cxn modelId="{0A7D41ED-7622-4BC3-8FC2-F600A4302016}" type="presParOf" srcId="{6EB42646-4C9C-4F08-BA5C-889B9A67AB2F}" destId="{D962BB12-1DF6-47F4-BDAB-97F2A1E04B51}" srcOrd="0" destOrd="0" presId="urn:microsoft.com/office/officeart/2005/8/layout/orgChart1"/>
    <dgm:cxn modelId="{8397414A-51B9-4512-B4C1-7072D6E541D7}" type="presParOf" srcId="{D962BB12-1DF6-47F4-BDAB-97F2A1E04B51}" destId="{9AC7024B-CFA3-4795-8084-0DF18EBE8B8B}" srcOrd="0" destOrd="0" presId="urn:microsoft.com/office/officeart/2005/8/layout/orgChart1"/>
    <dgm:cxn modelId="{0961068E-252F-49E2-9C6F-76116D465706}" type="presParOf" srcId="{D962BB12-1DF6-47F4-BDAB-97F2A1E04B51}" destId="{5BFE5E3D-A999-4C5E-B391-9205CA56CE61}" srcOrd="1" destOrd="0" presId="urn:microsoft.com/office/officeart/2005/8/layout/orgChart1"/>
    <dgm:cxn modelId="{90EDBA98-85FD-4655-963A-7C06F6563E76}" type="presParOf" srcId="{6EB42646-4C9C-4F08-BA5C-889B9A67AB2F}" destId="{4C990FB5-1752-4C0D-8CCF-551392DE697D}" srcOrd="1" destOrd="0" presId="urn:microsoft.com/office/officeart/2005/8/layout/orgChart1"/>
    <dgm:cxn modelId="{4C859024-298A-400D-BE7E-7A27B2CCD440}" type="presParOf" srcId="{6EB42646-4C9C-4F08-BA5C-889B9A67AB2F}" destId="{0CC47317-4A5C-4AE9-9A31-DC38AE561667}" srcOrd="2" destOrd="0" presId="urn:microsoft.com/office/officeart/2005/8/layout/orgChart1"/>
    <dgm:cxn modelId="{F52C0A4F-7B98-4C8C-A599-293319E6B8BC}" type="presParOf" srcId="{0AC4C786-ED26-4C6A-908C-855D7B7B10C2}" destId="{F214FF5D-5382-4646-AF5C-4171D57689DF}" srcOrd="35" destOrd="0" presId="urn:microsoft.com/office/officeart/2005/8/layout/orgChart1"/>
    <dgm:cxn modelId="{68483C02-8367-4C7D-950B-151C1B375669}" type="presParOf" srcId="{F214FF5D-5382-4646-AF5C-4171D57689DF}" destId="{ACA42ABF-1392-48F3-9F11-9694BB1BDE34}" srcOrd="0" destOrd="0" presId="urn:microsoft.com/office/officeart/2005/8/layout/orgChart1"/>
    <dgm:cxn modelId="{694DA8E8-8FAA-4317-90B3-310454666003}" type="presParOf" srcId="{ACA42ABF-1392-48F3-9F11-9694BB1BDE34}" destId="{EF7B9364-47CB-4E1A-9544-59BF1BB5A31A}" srcOrd="0" destOrd="0" presId="urn:microsoft.com/office/officeart/2005/8/layout/orgChart1"/>
    <dgm:cxn modelId="{6F5AFD7E-794F-4D2E-A4B6-7911D6D922C2}" type="presParOf" srcId="{ACA42ABF-1392-48F3-9F11-9694BB1BDE34}" destId="{581F0E76-D880-460B-8B5E-43E857A8FAD8}" srcOrd="1" destOrd="0" presId="urn:microsoft.com/office/officeart/2005/8/layout/orgChart1"/>
    <dgm:cxn modelId="{984A4721-4FE4-41B1-A297-93718539F1D6}" type="presParOf" srcId="{F214FF5D-5382-4646-AF5C-4171D57689DF}" destId="{2A4D8F8E-DA12-4103-8239-4BA0DA27008A}" srcOrd="1" destOrd="0" presId="urn:microsoft.com/office/officeart/2005/8/layout/orgChart1"/>
    <dgm:cxn modelId="{CA53870A-C96F-4244-AE52-A0791FD017BD}" type="presParOf" srcId="{F214FF5D-5382-4646-AF5C-4171D57689DF}" destId="{D04DAE7B-ED8E-4917-9F9D-193C8C65797F}" srcOrd="2" destOrd="0" presId="urn:microsoft.com/office/officeart/2005/8/layout/orgChart1"/>
    <dgm:cxn modelId="{18F16837-CCB8-417B-B11C-C652B637C570}" type="presParOf" srcId="{0AC4C786-ED26-4C6A-908C-855D7B7B10C2}" destId="{23A275EF-B26C-4AAC-AE8D-52C5E8323421}" srcOrd="36" destOrd="0" presId="urn:microsoft.com/office/officeart/2005/8/layout/orgChart1"/>
    <dgm:cxn modelId="{4D6348C4-064B-430B-8342-D3615F4A201A}" type="presParOf" srcId="{23A275EF-B26C-4AAC-AE8D-52C5E8323421}" destId="{D04D75FE-0FDD-485C-B721-FC24DCFC7678}" srcOrd="0" destOrd="0" presId="urn:microsoft.com/office/officeart/2005/8/layout/orgChart1"/>
    <dgm:cxn modelId="{6CC0F650-3D83-44DD-875E-C09D7A0AA19B}" type="presParOf" srcId="{D04D75FE-0FDD-485C-B721-FC24DCFC7678}" destId="{422BA0E3-164A-4291-B314-6BE2C155E93D}" srcOrd="0" destOrd="0" presId="urn:microsoft.com/office/officeart/2005/8/layout/orgChart1"/>
    <dgm:cxn modelId="{E41AB8B5-DE5C-4A6E-8D4E-DDA997289198}" type="presParOf" srcId="{D04D75FE-0FDD-485C-B721-FC24DCFC7678}" destId="{62A24AF2-E938-4082-B41D-6D624CAFF993}" srcOrd="1" destOrd="0" presId="urn:microsoft.com/office/officeart/2005/8/layout/orgChart1"/>
    <dgm:cxn modelId="{E6A40D47-4E0C-44C9-8CD6-A7B95B89A3AF}" type="presParOf" srcId="{23A275EF-B26C-4AAC-AE8D-52C5E8323421}" destId="{22494E63-BEB1-419C-B409-0D2DF936705E}" srcOrd="1" destOrd="0" presId="urn:microsoft.com/office/officeart/2005/8/layout/orgChart1"/>
    <dgm:cxn modelId="{CA9D7B05-9BB5-420A-936C-AF656996D693}" type="presParOf" srcId="{23A275EF-B26C-4AAC-AE8D-52C5E8323421}" destId="{824EC684-CBB9-4A84-9843-B92CFD32EEAA}" srcOrd="2" destOrd="0" presId="urn:microsoft.com/office/officeart/2005/8/layout/orgChart1"/>
    <dgm:cxn modelId="{003862DF-1CC8-477A-A1A7-FA0C4373930C}" type="presParOf" srcId="{0AC4C786-ED26-4C6A-908C-855D7B7B10C2}" destId="{A965BADD-FC94-40BD-823D-35438DD64BE0}" srcOrd="37" destOrd="0" presId="urn:microsoft.com/office/officeart/2005/8/layout/orgChart1"/>
    <dgm:cxn modelId="{B8DAD423-9AA7-4A52-A3FE-539618AA1014}" type="presParOf" srcId="{A965BADD-FC94-40BD-823D-35438DD64BE0}" destId="{BD3844B0-F010-4A27-A763-109DDEFF7494}" srcOrd="0" destOrd="0" presId="urn:microsoft.com/office/officeart/2005/8/layout/orgChart1"/>
    <dgm:cxn modelId="{8E04D2F4-3080-4EAF-9ECB-FE23340EE1AA}" type="presParOf" srcId="{BD3844B0-F010-4A27-A763-109DDEFF7494}" destId="{AE3B5DFE-99BB-4E9E-9A29-8A8607F10002}" srcOrd="0" destOrd="0" presId="urn:microsoft.com/office/officeart/2005/8/layout/orgChart1"/>
    <dgm:cxn modelId="{ADF75815-AC77-4181-B0DA-34A8F27D3105}" type="presParOf" srcId="{BD3844B0-F010-4A27-A763-109DDEFF7494}" destId="{85807973-D54F-435D-8AE4-9E87BB29DC1B}" srcOrd="1" destOrd="0" presId="urn:microsoft.com/office/officeart/2005/8/layout/orgChart1"/>
    <dgm:cxn modelId="{207FE13A-4205-4023-AB15-70233C9D282A}" type="presParOf" srcId="{A965BADD-FC94-40BD-823D-35438DD64BE0}" destId="{A6CEA2C3-1974-4540-A5F1-859371B96493}" srcOrd="1" destOrd="0" presId="urn:microsoft.com/office/officeart/2005/8/layout/orgChart1"/>
    <dgm:cxn modelId="{5A803754-2CFC-4283-B286-273F0246AF79}" type="presParOf" srcId="{A965BADD-FC94-40BD-823D-35438DD64BE0}" destId="{498F8A75-81BB-4700-BAC2-111F4A011EC3}" srcOrd="2" destOrd="0" presId="urn:microsoft.com/office/officeart/2005/8/layout/orgChart1"/>
    <dgm:cxn modelId="{5B5DB43C-A695-4EB5-8C98-9868B839A120}" type="presParOf" srcId="{0AC4C786-ED26-4C6A-908C-855D7B7B10C2}" destId="{9BCCD740-0E29-484B-AE6B-5F2E1D788794}" srcOrd="38" destOrd="0" presId="urn:microsoft.com/office/officeart/2005/8/layout/orgChart1"/>
    <dgm:cxn modelId="{86A7C939-12AB-4014-B3FB-E3D1FA1F4237}" type="presParOf" srcId="{9BCCD740-0E29-484B-AE6B-5F2E1D788794}" destId="{10C109CD-9692-47F0-82B4-0543BCB628CD}" srcOrd="0" destOrd="0" presId="urn:microsoft.com/office/officeart/2005/8/layout/orgChart1"/>
    <dgm:cxn modelId="{0E905B7B-B93E-46BF-AD97-D35FBCADA47D}" type="presParOf" srcId="{10C109CD-9692-47F0-82B4-0543BCB628CD}" destId="{D6BB40A6-422E-4D40-BA07-12B046D8B900}" srcOrd="0" destOrd="0" presId="urn:microsoft.com/office/officeart/2005/8/layout/orgChart1"/>
    <dgm:cxn modelId="{40420565-5201-499D-9EFD-24A9C889D9A3}" type="presParOf" srcId="{10C109CD-9692-47F0-82B4-0543BCB628CD}" destId="{86AAA503-8DD8-45C5-9386-38A58ED2B162}" srcOrd="1" destOrd="0" presId="urn:microsoft.com/office/officeart/2005/8/layout/orgChart1"/>
    <dgm:cxn modelId="{881A515A-B943-4812-ACB7-3A5D84154739}" type="presParOf" srcId="{9BCCD740-0E29-484B-AE6B-5F2E1D788794}" destId="{0E7932AE-EFF4-4E26-BEA6-6B4C439C664B}" srcOrd="1" destOrd="0" presId="urn:microsoft.com/office/officeart/2005/8/layout/orgChart1"/>
    <dgm:cxn modelId="{AF42C425-E099-40ED-82A1-99380A2CA8C6}" type="presParOf" srcId="{9BCCD740-0E29-484B-AE6B-5F2E1D788794}" destId="{E750848F-6847-4229-B63A-F183ACCDB29C}" srcOrd="2" destOrd="0" presId="urn:microsoft.com/office/officeart/2005/8/layout/orgChart1"/>
    <dgm:cxn modelId="{2CC1E15E-6810-4E37-94B5-3DD7219F39BB}" type="presParOf" srcId="{0AC4C786-ED26-4C6A-908C-855D7B7B10C2}" destId="{D87D5549-2E1D-46E7-9224-FED9D8D0BD04}" srcOrd="39" destOrd="0" presId="urn:microsoft.com/office/officeart/2005/8/layout/orgChart1"/>
    <dgm:cxn modelId="{B77552EC-35C6-48BB-B1CD-32EC5978F37B}" type="presParOf" srcId="{D87D5549-2E1D-46E7-9224-FED9D8D0BD04}" destId="{EDEBA75C-C302-4E3E-B73C-B2D4B5ADF21C}" srcOrd="0" destOrd="0" presId="urn:microsoft.com/office/officeart/2005/8/layout/orgChart1"/>
    <dgm:cxn modelId="{5584A60D-C80E-4545-B20A-318A9062E48C}" type="presParOf" srcId="{EDEBA75C-C302-4E3E-B73C-B2D4B5ADF21C}" destId="{4F3C9B98-D8E3-4D5E-96C0-7C48777E6918}" srcOrd="0" destOrd="0" presId="urn:microsoft.com/office/officeart/2005/8/layout/orgChart1"/>
    <dgm:cxn modelId="{EDB5D29F-9861-4E8F-9CEE-E24B3AC63BF3}" type="presParOf" srcId="{EDEBA75C-C302-4E3E-B73C-B2D4B5ADF21C}" destId="{4DE14FC3-201B-4F4C-B525-94BC3A40DD94}" srcOrd="1" destOrd="0" presId="urn:microsoft.com/office/officeart/2005/8/layout/orgChart1"/>
    <dgm:cxn modelId="{E26A35B4-A59C-455F-B4F5-3B5812684189}" type="presParOf" srcId="{D87D5549-2E1D-46E7-9224-FED9D8D0BD04}" destId="{20799085-0E50-4EEC-ACF9-B86B94EA1FDA}" srcOrd="1" destOrd="0" presId="urn:microsoft.com/office/officeart/2005/8/layout/orgChart1"/>
    <dgm:cxn modelId="{780FB6F7-3EB1-4AFB-A07D-25A5E76C159A}" type="presParOf" srcId="{D87D5549-2E1D-46E7-9224-FED9D8D0BD04}" destId="{84A8C2C4-9324-4AA4-841B-2D4364D8DA6E}" srcOrd="2" destOrd="0" presId="urn:microsoft.com/office/officeart/2005/8/layout/orgChart1"/>
    <dgm:cxn modelId="{8FB15DFA-512F-458E-BFED-FF4DF02A068D}" type="presParOf" srcId="{0AC4C786-ED26-4C6A-908C-855D7B7B10C2}" destId="{CBBC5BAC-D802-4DA2-BF29-8C5385EDC601}" srcOrd="40" destOrd="0" presId="urn:microsoft.com/office/officeart/2005/8/layout/orgChart1"/>
    <dgm:cxn modelId="{10F79EB2-BAB0-4A66-8B06-09635A7A2652}" type="presParOf" srcId="{CBBC5BAC-D802-4DA2-BF29-8C5385EDC601}" destId="{09B0B34C-0464-4003-9513-841C7DE5B1B3}" srcOrd="0" destOrd="0" presId="urn:microsoft.com/office/officeart/2005/8/layout/orgChart1"/>
    <dgm:cxn modelId="{BFCDD054-B0A3-4AEE-818C-18E007A03A31}" type="presParOf" srcId="{09B0B34C-0464-4003-9513-841C7DE5B1B3}" destId="{86011DAC-0914-401D-9836-B35F79341D1D}" srcOrd="0" destOrd="0" presId="urn:microsoft.com/office/officeart/2005/8/layout/orgChart1"/>
    <dgm:cxn modelId="{5AF0E621-F820-45A0-AA72-00E156DE227B}" type="presParOf" srcId="{09B0B34C-0464-4003-9513-841C7DE5B1B3}" destId="{DEC1F79D-5E81-4CFD-ADED-57CFE616AF7E}" srcOrd="1" destOrd="0" presId="urn:microsoft.com/office/officeart/2005/8/layout/orgChart1"/>
    <dgm:cxn modelId="{82F9D1EA-B6D0-4F88-AF61-0EAA0350AF9A}" type="presParOf" srcId="{CBBC5BAC-D802-4DA2-BF29-8C5385EDC601}" destId="{E9EDDA8F-29CB-49F1-A86A-3B7B2967CD61}" srcOrd="1" destOrd="0" presId="urn:microsoft.com/office/officeart/2005/8/layout/orgChart1"/>
    <dgm:cxn modelId="{07B92AA9-A6CB-49A8-82EC-7AF9C1A44C74}" type="presParOf" srcId="{CBBC5BAC-D802-4DA2-BF29-8C5385EDC601}" destId="{3513649E-3D88-4D19-B4F6-9C4C291C0450}" srcOrd="2" destOrd="0" presId="urn:microsoft.com/office/officeart/2005/8/layout/orgChart1"/>
    <dgm:cxn modelId="{7985069E-FFAA-4088-A014-58C1EB1B5138}" type="presParOf" srcId="{0AC4C786-ED26-4C6A-908C-855D7B7B10C2}" destId="{0467EBAC-3183-45CB-B78C-13C277CC7840}" srcOrd="41" destOrd="0" presId="urn:microsoft.com/office/officeart/2005/8/layout/orgChart1"/>
    <dgm:cxn modelId="{4B814384-B24E-4AE3-A2D3-72FCF18FE240}" type="presParOf" srcId="{0467EBAC-3183-45CB-B78C-13C277CC7840}" destId="{47DECD02-4528-4071-BD12-096C425DE17E}" srcOrd="0" destOrd="0" presId="urn:microsoft.com/office/officeart/2005/8/layout/orgChart1"/>
    <dgm:cxn modelId="{586EC1CD-6961-4332-A2F5-AE0395D3D60D}" type="presParOf" srcId="{47DECD02-4528-4071-BD12-096C425DE17E}" destId="{893850D5-FB02-44CC-A33F-C3B3822B0535}" srcOrd="0" destOrd="0" presId="urn:microsoft.com/office/officeart/2005/8/layout/orgChart1"/>
    <dgm:cxn modelId="{45E60260-0B90-493D-AF05-0128BF12C90A}" type="presParOf" srcId="{47DECD02-4528-4071-BD12-096C425DE17E}" destId="{36554A1A-088A-422E-845A-FDB782BF635B}" srcOrd="1" destOrd="0" presId="urn:microsoft.com/office/officeart/2005/8/layout/orgChart1"/>
    <dgm:cxn modelId="{D805B3BA-CDA6-4FD4-8C0C-8C4322537CB4}" type="presParOf" srcId="{0467EBAC-3183-45CB-B78C-13C277CC7840}" destId="{DD2EE65C-C531-49FB-B657-E56A4E2BAAAA}" srcOrd="1" destOrd="0" presId="urn:microsoft.com/office/officeart/2005/8/layout/orgChart1"/>
    <dgm:cxn modelId="{9C526068-7195-4C0E-8053-2C84765C8E10}" type="presParOf" srcId="{0467EBAC-3183-45CB-B78C-13C277CC7840}" destId="{E8AABC4D-E11D-4837-B6F3-6AE22E990319}" srcOrd="2" destOrd="0" presId="urn:microsoft.com/office/officeart/2005/8/layout/orgChart1"/>
    <dgm:cxn modelId="{FBE1F3AC-8349-48F5-919A-D980F926DB90}" type="presParOf" srcId="{0AC4C786-ED26-4C6A-908C-855D7B7B10C2}" destId="{A8C87F58-7A9B-4C9B-B009-C47EA2CF47C9}" srcOrd="42" destOrd="0" presId="urn:microsoft.com/office/officeart/2005/8/layout/orgChart1"/>
    <dgm:cxn modelId="{8D29DA78-3948-43B6-AEFB-A3ACD348E68C}" type="presParOf" srcId="{A8C87F58-7A9B-4C9B-B009-C47EA2CF47C9}" destId="{BCF894A2-DA6D-4D85-922E-7A7874834D05}" srcOrd="0" destOrd="0" presId="urn:microsoft.com/office/officeart/2005/8/layout/orgChart1"/>
    <dgm:cxn modelId="{BCAE2F4B-A848-445A-B952-87757B1488D1}" type="presParOf" srcId="{BCF894A2-DA6D-4D85-922E-7A7874834D05}" destId="{F878E779-8F9E-4D66-8043-FB9AD377CC59}" srcOrd="0" destOrd="0" presId="urn:microsoft.com/office/officeart/2005/8/layout/orgChart1"/>
    <dgm:cxn modelId="{656EA4DB-9B49-4DCA-95E2-DA65E1D548E3}" type="presParOf" srcId="{BCF894A2-DA6D-4D85-922E-7A7874834D05}" destId="{59446861-DAD7-4812-A723-0AEA19FB6C72}" srcOrd="1" destOrd="0" presId="urn:microsoft.com/office/officeart/2005/8/layout/orgChart1"/>
    <dgm:cxn modelId="{2AB1E72C-3522-462A-9AA9-263C88BF851A}" type="presParOf" srcId="{A8C87F58-7A9B-4C9B-B009-C47EA2CF47C9}" destId="{FF5ADBF6-B162-4D84-8447-B2157144658D}" srcOrd="1" destOrd="0" presId="urn:microsoft.com/office/officeart/2005/8/layout/orgChart1"/>
    <dgm:cxn modelId="{550F426B-C72D-4762-B088-119952D9D876}" type="presParOf" srcId="{A8C87F58-7A9B-4C9B-B009-C47EA2CF47C9}" destId="{C9E77422-F0C2-4A3F-AC95-A0A8DB88C49F}" srcOrd="2" destOrd="0" presId="urn:microsoft.com/office/officeart/2005/8/layout/orgChart1"/>
    <dgm:cxn modelId="{66683A8F-FCB3-4107-91CA-AB017978E68A}" type="presParOf" srcId="{0AC4C786-ED26-4C6A-908C-855D7B7B10C2}" destId="{F52CE586-B662-4031-828B-1FE4C6672C7E}" srcOrd="43" destOrd="0" presId="urn:microsoft.com/office/officeart/2005/8/layout/orgChart1"/>
    <dgm:cxn modelId="{46997E43-03E5-4AF9-A3E9-FC83A5AD3047}" type="presParOf" srcId="{F52CE586-B662-4031-828B-1FE4C6672C7E}" destId="{6D420EEE-AFFA-4ACB-B66A-BDB024298DDC}" srcOrd="0" destOrd="0" presId="urn:microsoft.com/office/officeart/2005/8/layout/orgChart1"/>
    <dgm:cxn modelId="{D857DAC4-12B2-4757-9886-A114EC476845}" type="presParOf" srcId="{6D420EEE-AFFA-4ACB-B66A-BDB024298DDC}" destId="{047FA78C-C9BD-43CF-B06A-1CDCE440CD57}" srcOrd="0" destOrd="0" presId="urn:microsoft.com/office/officeart/2005/8/layout/orgChart1"/>
    <dgm:cxn modelId="{EA963DB0-09B7-4624-8A34-851851258D39}" type="presParOf" srcId="{6D420EEE-AFFA-4ACB-B66A-BDB024298DDC}" destId="{4862A205-5FBD-4EE3-9809-FFC4ABAE82D1}" srcOrd="1" destOrd="0" presId="urn:microsoft.com/office/officeart/2005/8/layout/orgChart1"/>
    <dgm:cxn modelId="{F1D15D7E-207F-4972-8EA5-24DE55CBE78E}" type="presParOf" srcId="{F52CE586-B662-4031-828B-1FE4C6672C7E}" destId="{6A3B7112-1FC2-441A-BD2E-C02D6AB93298}" srcOrd="1" destOrd="0" presId="urn:microsoft.com/office/officeart/2005/8/layout/orgChart1"/>
    <dgm:cxn modelId="{BB0ED0D9-42D9-430D-BDC3-136E409872DB}" type="presParOf" srcId="{F52CE586-B662-4031-828B-1FE4C6672C7E}" destId="{96A80AFD-A5D6-473D-84DF-CEABE4BF7864}" srcOrd="2" destOrd="0" presId="urn:microsoft.com/office/officeart/2005/8/layout/orgChart1"/>
    <dgm:cxn modelId="{E0D84177-2A6A-44FF-BAE5-799487D3E9D2}" type="presParOf" srcId="{0AC4C786-ED26-4C6A-908C-855D7B7B10C2}" destId="{8852931D-9DED-41D8-9B65-88070E65F36D}" srcOrd="44" destOrd="0" presId="urn:microsoft.com/office/officeart/2005/8/layout/orgChart1"/>
    <dgm:cxn modelId="{667D8029-1BB0-45DE-B6B2-69F8E6AC57FB}" type="presParOf" srcId="{8852931D-9DED-41D8-9B65-88070E65F36D}" destId="{DBCAD269-B437-40DF-A69A-265F20B4B96B}" srcOrd="0" destOrd="0" presId="urn:microsoft.com/office/officeart/2005/8/layout/orgChart1"/>
    <dgm:cxn modelId="{A065BAB3-7ECD-49D3-98FC-2C6F43491700}" type="presParOf" srcId="{DBCAD269-B437-40DF-A69A-265F20B4B96B}" destId="{FFC48732-C014-4892-A98F-19E1C2B90154}" srcOrd="0" destOrd="0" presId="urn:microsoft.com/office/officeart/2005/8/layout/orgChart1"/>
    <dgm:cxn modelId="{E020A524-FBD3-40E7-A62D-060455DBA27D}" type="presParOf" srcId="{DBCAD269-B437-40DF-A69A-265F20B4B96B}" destId="{20F70C26-BB36-40AC-9E54-88E7E96886D4}" srcOrd="1" destOrd="0" presId="urn:microsoft.com/office/officeart/2005/8/layout/orgChart1"/>
    <dgm:cxn modelId="{8D76F63C-29EB-4F38-A65C-0640E89FA5A5}" type="presParOf" srcId="{8852931D-9DED-41D8-9B65-88070E65F36D}" destId="{6092C5FA-5580-4912-848A-FB429B907F55}" srcOrd="1" destOrd="0" presId="urn:microsoft.com/office/officeart/2005/8/layout/orgChart1"/>
    <dgm:cxn modelId="{19CB2854-AA72-4A9C-BFE3-7D24E88266D8}" type="presParOf" srcId="{8852931D-9DED-41D8-9B65-88070E65F36D}" destId="{12BE69CE-7ACF-46E1-9B07-069E37770E45}" srcOrd="2" destOrd="0" presId="urn:microsoft.com/office/officeart/2005/8/layout/orgChart1"/>
    <dgm:cxn modelId="{D60DA23C-CCBC-4C18-B7A8-A3C1B37537EE}" type="presParOf" srcId="{0AC4C786-ED26-4C6A-908C-855D7B7B10C2}" destId="{16704A45-F6A1-483B-961A-5A3D5B5E051F}" srcOrd="45" destOrd="0" presId="urn:microsoft.com/office/officeart/2005/8/layout/orgChart1"/>
    <dgm:cxn modelId="{D6877080-095B-418E-9E20-3B3C8186884B}" type="presParOf" srcId="{16704A45-F6A1-483B-961A-5A3D5B5E051F}" destId="{5D1AE5A1-8AD1-483B-829C-1801564A4F4F}" srcOrd="0" destOrd="0" presId="urn:microsoft.com/office/officeart/2005/8/layout/orgChart1"/>
    <dgm:cxn modelId="{66A44FF8-5704-4066-978E-ACE6CEF3F30E}" type="presParOf" srcId="{5D1AE5A1-8AD1-483B-829C-1801564A4F4F}" destId="{E17DD8B7-93BF-4AAD-AA05-511772A24446}" srcOrd="0" destOrd="0" presId="urn:microsoft.com/office/officeart/2005/8/layout/orgChart1"/>
    <dgm:cxn modelId="{448AA1D9-A0BE-441B-8837-DEFCC4C504E5}" type="presParOf" srcId="{5D1AE5A1-8AD1-483B-829C-1801564A4F4F}" destId="{4D46197B-BE58-4890-B986-0A6887644326}" srcOrd="1" destOrd="0" presId="urn:microsoft.com/office/officeart/2005/8/layout/orgChart1"/>
    <dgm:cxn modelId="{075BB6EF-A8F1-4B00-9763-7B29516C4C79}" type="presParOf" srcId="{16704A45-F6A1-483B-961A-5A3D5B5E051F}" destId="{86817608-DDBD-43B9-8F49-BB1418AD9875}" srcOrd="1" destOrd="0" presId="urn:microsoft.com/office/officeart/2005/8/layout/orgChart1"/>
    <dgm:cxn modelId="{CE63AB8F-8824-4453-ADFA-05B21035F3E6}" type="presParOf" srcId="{16704A45-F6A1-483B-961A-5A3D5B5E051F}" destId="{040502A8-1A1A-4F2E-AB3C-6AE024A50FD1}" srcOrd="2" destOrd="0" presId="urn:microsoft.com/office/officeart/2005/8/layout/orgChart1"/>
    <dgm:cxn modelId="{6F2EE3EB-9A41-4C84-ADE6-A4FEEF46B010}" type="presParOf" srcId="{0AC4C786-ED26-4C6A-908C-855D7B7B10C2}" destId="{AD278B07-D430-4ADE-94C9-F5F980B89648}" srcOrd="46" destOrd="0" presId="urn:microsoft.com/office/officeart/2005/8/layout/orgChart1"/>
    <dgm:cxn modelId="{37CF9D93-70BE-4B04-852E-8B48459933CE}" type="presParOf" srcId="{AD278B07-D430-4ADE-94C9-F5F980B89648}" destId="{83DB2F80-8A20-458D-9C2C-E755BFF4C36B}" srcOrd="0" destOrd="0" presId="urn:microsoft.com/office/officeart/2005/8/layout/orgChart1"/>
    <dgm:cxn modelId="{D80A0C79-166C-4D94-A4C6-4F04DF74A166}" type="presParOf" srcId="{83DB2F80-8A20-458D-9C2C-E755BFF4C36B}" destId="{2B178C68-1558-49BA-8BE0-725302BA4E9F}" srcOrd="0" destOrd="0" presId="urn:microsoft.com/office/officeart/2005/8/layout/orgChart1"/>
    <dgm:cxn modelId="{8371295D-14A8-41A8-804E-F139B3049075}" type="presParOf" srcId="{83DB2F80-8A20-458D-9C2C-E755BFF4C36B}" destId="{98959994-E75E-4BA1-9E16-BC60ED007D88}" srcOrd="1" destOrd="0" presId="urn:microsoft.com/office/officeart/2005/8/layout/orgChart1"/>
    <dgm:cxn modelId="{94D889BE-8830-46F9-BA7B-7E31435A9AC4}" type="presParOf" srcId="{AD278B07-D430-4ADE-94C9-F5F980B89648}" destId="{CB2E37BE-10E1-4E5A-8587-F7BAA2FACBD7}" srcOrd="1" destOrd="0" presId="urn:microsoft.com/office/officeart/2005/8/layout/orgChart1"/>
    <dgm:cxn modelId="{8A3D9F6E-C151-4AA6-9C8A-BDF9FABA85AD}" type="presParOf" srcId="{AD278B07-D430-4ADE-94C9-F5F980B89648}" destId="{34F03980-161E-43E0-83FB-63A582E30BEF}" srcOrd="2" destOrd="0" presId="urn:microsoft.com/office/officeart/2005/8/layout/orgChart1"/>
    <dgm:cxn modelId="{6C81055A-6445-4817-824E-242E6C673C9C}" type="presParOf" srcId="{0AC4C786-ED26-4C6A-908C-855D7B7B10C2}" destId="{1D35F626-7052-4B4F-A0C8-6823C599524F}" srcOrd="47" destOrd="0" presId="urn:microsoft.com/office/officeart/2005/8/layout/orgChart1"/>
    <dgm:cxn modelId="{803F3CEC-635D-4803-A9B7-17E41A456E4F}" type="presParOf" srcId="{1D35F626-7052-4B4F-A0C8-6823C599524F}" destId="{6B812EE5-3A7B-4DB2-BC3D-F09593F0E9A6}" srcOrd="0" destOrd="0" presId="urn:microsoft.com/office/officeart/2005/8/layout/orgChart1"/>
    <dgm:cxn modelId="{CAB69DEF-9545-4E9A-AD1F-EF7C957F9610}" type="presParOf" srcId="{6B812EE5-3A7B-4DB2-BC3D-F09593F0E9A6}" destId="{8EAE61DA-161D-42A1-9724-28E6D742AE19}" srcOrd="0" destOrd="0" presId="urn:microsoft.com/office/officeart/2005/8/layout/orgChart1"/>
    <dgm:cxn modelId="{9878BF4D-67E2-4628-87E8-66F052E4DF67}" type="presParOf" srcId="{6B812EE5-3A7B-4DB2-BC3D-F09593F0E9A6}" destId="{5A05CB89-FFEA-4939-9777-6B641527A5DB}" srcOrd="1" destOrd="0" presId="urn:microsoft.com/office/officeart/2005/8/layout/orgChart1"/>
    <dgm:cxn modelId="{8745A56B-54D2-408C-BC9E-626C6003D274}" type="presParOf" srcId="{1D35F626-7052-4B4F-A0C8-6823C599524F}" destId="{55C7B85A-89DD-4622-8794-99AF5715487A}" srcOrd="1" destOrd="0" presId="urn:microsoft.com/office/officeart/2005/8/layout/orgChart1"/>
    <dgm:cxn modelId="{028F6F33-A865-4257-B3BB-913249D6D35E}" type="presParOf" srcId="{1D35F626-7052-4B4F-A0C8-6823C599524F}" destId="{5E6F30EE-3CCF-4043-BAA9-51814E224DC8}" srcOrd="2" destOrd="0" presId="urn:microsoft.com/office/officeart/2005/8/layout/orgChart1"/>
    <dgm:cxn modelId="{BA6A19A5-983C-4B90-A09A-C3D2E7FC6F66}" type="presParOf" srcId="{0AC4C786-ED26-4C6A-908C-855D7B7B10C2}" destId="{1A1BBFBF-842B-4F4D-BF40-23E8AB6B03DD}" srcOrd="48" destOrd="0" presId="urn:microsoft.com/office/officeart/2005/8/layout/orgChart1"/>
    <dgm:cxn modelId="{30D33DD6-09F0-43B5-BC2C-A14E4494EBCB}" type="presParOf" srcId="{1A1BBFBF-842B-4F4D-BF40-23E8AB6B03DD}" destId="{638ED728-8C78-432E-9DB8-C0FAD5661CB4}" srcOrd="0" destOrd="0" presId="urn:microsoft.com/office/officeart/2005/8/layout/orgChart1"/>
    <dgm:cxn modelId="{7CAD0B60-0B28-49CF-8F5F-623DA40FF792}" type="presParOf" srcId="{638ED728-8C78-432E-9DB8-C0FAD5661CB4}" destId="{6E259986-8F5D-42F3-806F-B68ABFB3CBC9}" srcOrd="0" destOrd="0" presId="urn:microsoft.com/office/officeart/2005/8/layout/orgChart1"/>
    <dgm:cxn modelId="{387C5657-2C4F-403B-A54E-4EAB3366FEF4}" type="presParOf" srcId="{638ED728-8C78-432E-9DB8-C0FAD5661CB4}" destId="{2C9A0E68-76CC-43F5-9C26-2EE3CCDCEBAD}" srcOrd="1" destOrd="0" presId="urn:microsoft.com/office/officeart/2005/8/layout/orgChart1"/>
    <dgm:cxn modelId="{FF1E19D4-8A9E-44B8-B5D7-9E270BF4B372}" type="presParOf" srcId="{1A1BBFBF-842B-4F4D-BF40-23E8AB6B03DD}" destId="{3D2D87B8-1C0F-42C2-A44B-A5376EEE832C}" srcOrd="1" destOrd="0" presId="urn:microsoft.com/office/officeart/2005/8/layout/orgChart1"/>
    <dgm:cxn modelId="{6F5183FB-1D49-42FC-812B-033288431455}" type="presParOf" srcId="{1A1BBFBF-842B-4F4D-BF40-23E8AB6B03DD}" destId="{2139E4D6-941B-42AA-B5CC-DAB4DDC62B28}" srcOrd="2" destOrd="0" presId="urn:microsoft.com/office/officeart/2005/8/layout/orgChart1"/>
    <dgm:cxn modelId="{57223D7D-9A3D-479F-8067-79E5B2A46375}" type="presParOf" srcId="{0AC4C786-ED26-4C6A-908C-855D7B7B10C2}" destId="{9A8B22A3-0294-4C7D-8BC2-2D02AB1639FB}" srcOrd="49" destOrd="0" presId="urn:microsoft.com/office/officeart/2005/8/layout/orgChart1"/>
    <dgm:cxn modelId="{3C056E8B-BBDD-4E82-8FBD-BDBBB3483AD2}" type="presParOf" srcId="{9A8B22A3-0294-4C7D-8BC2-2D02AB1639FB}" destId="{8DB53871-6F5B-47DA-A90B-552416440395}" srcOrd="0" destOrd="0" presId="urn:microsoft.com/office/officeart/2005/8/layout/orgChart1"/>
    <dgm:cxn modelId="{6AFEF709-F231-4080-982C-9ACFB72D252A}" type="presParOf" srcId="{8DB53871-6F5B-47DA-A90B-552416440395}" destId="{09CE2222-53D1-4D15-A953-DE4EE70E0BA1}" srcOrd="0" destOrd="0" presId="urn:microsoft.com/office/officeart/2005/8/layout/orgChart1"/>
    <dgm:cxn modelId="{4FC574BF-46A4-4244-89ED-5C028119615F}" type="presParOf" srcId="{8DB53871-6F5B-47DA-A90B-552416440395}" destId="{8AC874E3-D6BD-4BFB-99DF-B5F8ED7D1C4A}" srcOrd="1" destOrd="0" presId="urn:microsoft.com/office/officeart/2005/8/layout/orgChart1"/>
    <dgm:cxn modelId="{2BBE431B-D58C-4B18-AA0B-B26F38F09319}" type="presParOf" srcId="{9A8B22A3-0294-4C7D-8BC2-2D02AB1639FB}" destId="{4E8DA908-47D1-4091-A9B3-1C5C01909FB9}" srcOrd="1" destOrd="0" presId="urn:microsoft.com/office/officeart/2005/8/layout/orgChart1"/>
    <dgm:cxn modelId="{C798FFD3-8FB3-48AC-A6EB-C6B8CAF57316}" type="presParOf" srcId="{9A8B22A3-0294-4C7D-8BC2-2D02AB1639FB}" destId="{810A5F21-9B45-414C-AC82-DD7E0A16372D}" srcOrd="2" destOrd="0" presId="urn:microsoft.com/office/officeart/2005/8/layout/orgChart1"/>
    <dgm:cxn modelId="{21689528-23DB-4800-BD79-537D2E3B89D4}" type="presParOf" srcId="{0AC4C786-ED26-4C6A-908C-855D7B7B10C2}" destId="{82498D74-D519-45AD-8A18-ADF6E6D6CF00}" srcOrd="50" destOrd="0" presId="urn:microsoft.com/office/officeart/2005/8/layout/orgChart1"/>
    <dgm:cxn modelId="{0E495F3D-D6A0-448B-B8A4-0869BBD17399}" type="presParOf" srcId="{82498D74-D519-45AD-8A18-ADF6E6D6CF00}" destId="{DD7AE91E-0765-47C3-813F-6F86B8D3C7AA}" srcOrd="0" destOrd="0" presId="urn:microsoft.com/office/officeart/2005/8/layout/orgChart1"/>
    <dgm:cxn modelId="{7695254A-B429-41FE-8DFE-A563F29B94EB}" type="presParOf" srcId="{DD7AE91E-0765-47C3-813F-6F86B8D3C7AA}" destId="{8ACD6482-D2F6-4205-A3F6-0B7269111DD1}" srcOrd="0" destOrd="0" presId="urn:microsoft.com/office/officeart/2005/8/layout/orgChart1"/>
    <dgm:cxn modelId="{2F751144-0397-4009-A15E-9EE06187A323}" type="presParOf" srcId="{DD7AE91E-0765-47C3-813F-6F86B8D3C7AA}" destId="{ED146B56-CD06-4E05-8E02-FBA6AF935157}" srcOrd="1" destOrd="0" presId="urn:microsoft.com/office/officeart/2005/8/layout/orgChart1"/>
    <dgm:cxn modelId="{0BD58450-3484-4338-805E-5CA8C8247423}" type="presParOf" srcId="{82498D74-D519-45AD-8A18-ADF6E6D6CF00}" destId="{057F6055-4722-4EC6-BFAD-5A80ADD1BFE4}" srcOrd="1" destOrd="0" presId="urn:microsoft.com/office/officeart/2005/8/layout/orgChart1"/>
    <dgm:cxn modelId="{6DFF9DAA-6F05-4331-8365-68C0B499D18B}" type="presParOf" srcId="{82498D74-D519-45AD-8A18-ADF6E6D6CF00}" destId="{6B1C56CE-5B32-4E14-A969-A320F1A0E2BA}" srcOrd="2" destOrd="0" presId="urn:microsoft.com/office/officeart/2005/8/layout/orgChart1"/>
    <dgm:cxn modelId="{B67B7380-1580-451C-9C6A-0D26BA5BC780}" type="presParOf" srcId="{0AC4C786-ED26-4C6A-908C-855D7B7B10C2}" destId="{063B495E-6C27-45B0-8CA2-D40804053B5B}" srcOrd="51" destOrd="0" presId="urn:microsoft.com/office/officeart/2005/8/layout/orgChart1"/>
    <dgm:cxn modelId="{4A1274DE-06A4-4CB3-B02F-4E39FB7093C8}" type="presParOf" srcId="{063B495E-6C27-45B0-8CA2-D40804053B5B}" destId="{B33BADB2-E192-4280-ABB6-FAA4F4519C8D}" srcOrd="0" destOrd="0" presId="urn:microsoft.com/office/officeart/2005/8/layout/orgChart1"/>
    <dgm:cxn modelId="{00FC9330-A90F-4296-91C6-CDBFC359EEA3}" type="presParOf" srcId="{B33BADB2-E192-4280-ABB6-FAA4F4519C8D}" destId="{7A3B8526-8FB0-4917-98F8-41E17290D164}" srcOrd="0" destOrd="0" presId="urn:microsoft.com/office/officeart/2005/8/layout/orgChart1"/>
    <dgm:cxn modelId="{2402C43C-6B96-412E-809E-376853FE6F24}" type="presParOf" srcId="{B33BADB2-E192-4280-ABB6-FAA4F4519C8D}" destId="{E52740DC-BEF3-4AFD-A0C5-8529212F22DF}" srcOrd="1" destOrd="0" presId="urn:microsoft.com/office/officeart/2005/8/layout/orgChart1"/>
    <dgm:cxn modelId="{CCA3AA75-DC73-4DDD-A35A-825E96C74B28}" type="presParOf" srcId="{063B495E-6C27-45B0-8CA2-D40804053B5B}" destId="{4C96E957-AF48-4E8D-8169-515F65C565BE}" srcOrd="1" destOrd="0" presId="urn:microsoft.com/office/officeart/2005/8/layout/orgChart1"/>
    <dgm:cxn modelId="{0B4E210E-C2BE-4383-B97A-893A15718D63}" type="presParOf" srcId="{063B495E-6C27-45B0-8CA2-D40804053B5B}" destId="{21B85161-EACA-47F2-A980-658CC9ACB058}" srcOrd="2" destOrd="0" presId="urn:microsoft.com/office/officeart/2005/8/layout/orgChart1"/>
    <dgm:cxn modelId="{BBD0FEE4-4CD8-4EB2-9EDA-E68A17F15208}" type="presParOf" srcId="{0AC4C786-ED26-4C6A-908C-855D7B7B10C2}" destId="{585B6434-6624-4392-909B-423D0BC1D87E}" srcOrd="52" destOrd="0" presId="urn:microsoft.com/office/officeart/2005/8/layout/orgChart1"/>
    <dgm:cxn modelId="{59B2A88E-1481-46F0-B711-8C39AC9DE949}" type="presParOf" srcId="{585B6434-6624-4392-909B-423D0BC1D87E}" destId="{BE743542-C601-4FCB-9010-A0CC6EBA9B93}" srcOrd="0" destOrd="0" presId="urn:microsoft.com/office/officeart/2005/8/layout/orgChart1"/>
    <dgm:cxn modelId="{10F119FE-B882-4E7B-B529-85CAC0704E1C}" type="presParOf" srcId="{BE743542-C601-4FCB-9010-A0CC6EBA9B93}" destId="{EF63522C-2B79-4866-B9F4-556DFABB714F}" srcOrd="0" destOrd="0" presId="urn:microsoft.com/office/officeart/2005/8/layout/orgChart1"/>
    <dgm:cxn modelId="{5D1C47E6-56D6-4E32-AB30-C3E9C0F194A7}" type="presParOf" srcId="{BE743542-C601-4FCB-9010-A0CC6EBA9B93}" destId="{0FE23D44-1609-4A47-B8E3-B1C6E4A05BEB}" srcOrd="1" destOrd="0" presId="urn:microsoft.com/office/officeart/2005/8/layout/orgChart1"/>
    <dgm:cxn modelId="{184C824F-D10A-4F8C-B1AA-A667706CE6F0}" type="presParOf" srcId="{585B6434-6624-4392-909B-423D0BC1D87E}" destId="{CDB53075-D0AC-4AB6-ACCF-E62BCF79BBBC}" srcOrd="1" destOrd="0" presId="urn:microsoft.com/office/officeart/2005/8/layout/orgChart1"/>
    <dgm:cxn modelId="{675849B5-E0CB-4204-9E47-EF737516739A}" type="presParOf" srcId="{585B6434-6624-4392-909B-423D0BC1D87E}" destId="{3953A1EB-0267-4114-AB06-0EE27F8EB7AF}" srcOrd="2" destOrd="0" presId="urn:microsoft.com/office/officeart/2005/8/layout/orgChart1"/>
    <dgm:cxn modelId="{783CB4CB-1EA1-482F-B53C-E76159B92C34}" type="presParOf" srcId="{0AC4C786-ED26-4C6A-908C-855D7B7B10C2}" destId="{BEAD0348-5FA1-43E2-9F62-9A104B0075DD}" srcOrd="53" destOrd="0" presId="urn:microsoft.com/office/officeart/2005/8/layout/orgChart1"/>
    <dgm:cxn modelId="{9F40FFD0-FC0D-4DE6-B251-1E0E571C29FC}" type="presParOf" srcId="{BEAD0348-5FA1-43E2-9F62-9A104B0075DD}" destId="{7B0C59C8-1B48-4907-AFA3-737C06E58243}" srcOrd="0" destOrd="0" presId="urn:microsoft.com/office/officeart/2005/8/layout/orgChart1"/>
    <dgm:cxn modelId="{97418883-4FF9-47B0-BF53-D93EC4C88EB1}" type="presParOf" srcId="{7B0C59C8-1B48-4907-AFA3-737C06E58243}" destId="{18524633-0B80-4992-B57A-420828588247}" srcOrd="0" destOrd="0" presId="urn:microsoft.com/office/officeart/2005/8/layout/orgChart1"/>
    <dgm:cxn modelId="{40B26417-68F1-49F4-9D49-10EB51EF0C0B}" type="presParOf" srcId="{7B0C59C8-1B48-4907-AFA3-737C06E58243}" destId="{A4B1FDDB-8388-4EC3-8383-1A1276099AF3}" srcOrd="1" destOrd="0" presId="urn:microsoft.com/office/officeart/2005/8/layout/orgChart1"/>
    <dgm:cxn modelId="{B11C142B-AA7D-4388-8729-B91D46C7E5DE}" type="presParOf" srcId="{BEAD0348-5FA1-43E2-9F62-9A104B0075DD}" destId="{EF2293B8-65BD-4566-B4E2-2114ACF6DA8C}" srcOrd="1" destOrd="0" presId="urn:microsoft.com/office/officeart/2005/8/layout/orgChart1"/>
    <dgm:cxn modelId="{B4CB817F-239B-4BE0-AADC-6AF3337D9980}" type="presParOf" srcId="{BEAD0348-5FA1-43E2-9F62-9A104B0075DD}" destId="{8681D201-99C0-4336-9814-D1A8DBA3B6F8}" srcOrd="2" destOrd="0" presId="urn:microsoft.com/office/officeart/2005/8/layout/orgChart1"/>
    <dgm:cxn modelId="{D10C5475-29EA-4D99-8A52-2642059699DC}" type="presParOf" srcId="{0AC4C786-ED26-4C6A-908C-855D7B7B10C2}" destId="{37A4E194-A07D-4F4B-A768-AA6F6D654C3D}" srcOrd="54" destOrd="0" presId="urn:microsoft.com/office/officeart/2005/8/layout/orgChart1"/>
    <dgm:cxn modelId="{BE0A63C1-4B11-40EB-9301-7E24B02F9D44}" type="presParOf" srcId="{37A4E194-A07D-4F4B-A768-AA6F6D654C3D}" destId="{24CECD3F-A74F-4029-A388-DC66B79DB058}" srcOrd="0" destOrd="0" presId="urn:microsoft.com/office/officeart/2005/8/layout/orgChart1"/>
    <dgm:cxn modelId="{F75D7AD4-FEAE-4194-99BE-25F328CF73F3}" type="presParOf" srcId="{24CECD3F-A74F-4029-A388-DC66B79DB058}" destId="{4D7AD4DF-E154-4462-967E-A18F47C6CA39}" srcOrd="0" destOrd="0" presId="urn:microsoft.com/office/officeart/2005/8/layout/orgChart1"/>
    <dgm:cxn modelId="{F670C753-02B6-43BD-83DE-A39E9AC3ED75}" type="presParOf" srcId="{24CECD3F-A74F-4029-A388-DC66B79DB058}" destId="{7009F566-891A-4109-8F06-C2E9E8B71C4D}" srcOrd="1" destOrd="0" presId="urn:microsoft.com/office/officeart/2005/8/layout/orgChart1"/>
    <dgm:cxn modelId="{8A192204-FE81-4546-B52D-05D157F20206}" type="presParOf" srcId="{37A4E194-A07D-4F4B-A768-AA6F6D654C3D}" destId="{98A1EA7F-9881-4CF6-B039-760ADA5232C7}" srcOrd="1" destOrd="0" presId="urn:microsoft.com/office/officeart/2005/8/layout/orgChart1"/>
    <dgm:cxn modelId="{13046269-CA50-4C4C-8429-582EAD2015F3}" type="presParOf" srcId="{37A4E194-A07D-4F4B-A768-AA6F6D654C3D}" destId="{70F0AA05-AD53-49D2-95F1-0036ADB8FBB6}" srcOrd="2" destOrd="0" presId="urn:microsoft.com/office/officeart/2005/8/layout/orgChart1"/>
    <dgm:cxn modelId="{87009B85-43AC-48A4-83A6-A12E83D93C20}" type="presParOf" srcId="{0AC4C786-ED26-4C6A-908C-855D7B7B10C2}" destId="{4C18CF88-1A09-45CB-9654-A452E111F868}" srcOrd="55" destOrd="0" presId="urn:microsoft.com/office/officeart/2005/8/layout/orgChart1"/>
    <dgm:cxn modelId="{015F22B0-787C-4CBB-BD6C-7DB6876393C9}" type="presParOf" srcId="{4C18CF88-1A09-45CB-9654-A452E111F868}" destId="{92C687FE-469D-4BB9-90A1-E475FBEB84C4}" srcOrd="0" destOrd="0" presId="urn:microsoft.com/office/officeart/2005/8/layout/orgChart1"/>
    <dgm:cxn modelId="{3E84559A-4D22-4BF6-BAD0-52991BFD08C4}" type="presParOf" srcId="{92C687FE-469D-4BB9-90A1-E475FBEB84C4}" destId="{B5E98043-958A-4819-BBF2-BA7317E44887}" srcOrd="0" destOrd="0" presId="urn:microsoft.com/office/officeart/2005/8/layout/orgChart1"/>
    <dgm:cxn modelId="{C6C6B310-5083-41A2-A417-6A9BDC17BB3E}" type="presParOf" srcId="{92C687FE-469D-4BB9-90A1-E475FBEB84C4}" destId="{3B25982E-E310-4B8B-9177-DD69E463BA71}" srcOrd="1" destOrd="0" presId="urn:microsoft.com/office/officeart/2005/8/layout/orgChart1"/>
    <dgm:cxn modelId="{C6B65C31-1F1F-4191-8372-E6C90CF19A2C}" type="presParOf" srcId="{4C18CF88-1A09-45CB-9654-A452E111F868}" destId="{D0AD3938-B44C-49D6-A169-1DF721CE59F0}" srcOrd="1" destOrd="0" presId="urn:microsoft.com/office/officeart/2005/8/layout/orgChart1"/>
    <dgm:cxn modelId="{C922B6DF-F416-4B2B-9D08-F781C894A478}" type="presParOf" srcId="{4C18CF88-1A09-45CB-9654-A452E111F868}" destId="{25C8CF89-EA34-41E0-8AD9-6DA6FB1A8B7D}" srcOrd="2" destOrd="0" presId="urn:microsoft.com/office/officeart/2005/8/layout/orgChart1"/>
    <dgm:cxn modelId="{BF93E142-6935-4195-90B4-7FAB72F76F0D}" type="presParOf" srcId="{0AC4C786-ED26-4C6A-908C-855D7B7B10C2}" destId="{920F8C44-DD7B-4F4C-81BE-810CC909F978}" srcOrd="56" destOrd="0" presId="urn:microsoft.com/office/officeart/2005/8/layout/orgChart1"/>
    <dgm:cxn modelId="{DDBCD3A7-B202-4833-8EF9-6ED1F0B0CBDA}" type="presParOf" srcId="{920F8C44-DD7B-4F4C-81BE-810CC909F978}" destId="{AA88ABA3-2CAA-4ADC-A108-3F8876BDA162}" srcOrd="0" destOrd="0" presId="urn:microsoft.com/office/officeart/2005/8/layout/orgChart1"/>
    <dgm:cxn modelId="{1D9E2CE5-F9BC-404F-8905-AEEBD1C034CD}" type="presParOf" srcId="{AA88ABA3-2CAA-4ADC-A108-3F8876BDA162}" destId="{61FA4898-EC9B-414E-BCE9-EA4245D95212}" srcOrd="0" destOrd="0" presId="urn:microsoft.com/office/officeart/2005/8/layout/orgChart1"/>
    <dgm:cxn modelId="{0546804D-E797-4459-AA31-781FA4E0B89B}" type="presParOf" srcId="{AA88ABA3-2CAA-4ADC-A108-3F8876BDA162}" destId="{176D09CC-4033-499A-8307-7D52AF188E85}" srcOrd="1" destOrd="0" presId="urn:microsoft.com/office/officeart/2005/8/layout/orgChart1"/>
    <dgm:cxn modelId="{A8DE62F0-3FDF-475E-8363-AC149407FEBA}" type="presParOf" srcId="{920F8C44-DD7B-4F4C-81BE-810CC909F978}" destId="{147B448E-1721-472A-8DD4-941451EF7702}" srcOrd="1" destOrd="0" presId="urn:microsoft.com/office/officeart/2005/8/layout/orgChart1"/>
    <dgm:cxn modelId="{32A886E9-58FC-4215-812F-331A6C7136A5}" type="presParOf" srcId="{920F8C44-DD7B-4F4C-81BE-810CC909F978}" destId="{A7559980-3E21-4182-85A2-40068BD01F0C}" srcOrd="2" destOrd="0" presId="urn:microsoft.com/office/officeart/2005/8/layout/orgChart1"/>
    <dgm:cxn modelId="{5478D813-8176-4E90-BA36-95238D5C75D8}" type="presParOf" srcId="{0AC4C786-ED26-4C6A-908C-855D7B7B10C2}" destId="{2DB34C13-2808-4186-BA66-77F2FA2DFC99}" srcOrd="57" destOrd="0" presId="urn:microsoft.com/office/officeart/2005/8/layout/orgChart1"/>
    <dgm:cxn modelId="{FAECB274-F5A1-435B-A271-C6547BE62B15}" type="presParOf" srcId="{2DB34C13-2808-4186-BA66-77F2FA2DFC99}" destId="{14598EBA-1EDE-4DD4-B321-39E4E90FD9B2}" srcOrd="0" destOrd="0" presId="urn:microsoft.com/office/officeart/2005/8/layout/orgChart1"/>
    <dgm:cxn modelId="{4CB60E84-92FE-457E-A5A4-FC23C9FF7D8E}" type="presParOf" srcId="{14598EBA-1EDE-4DD4-B321-39E4E90FD9B2}" destId="{D007A41B-F785-43D3-B0D2-FC9074B5DD2E}" srcOrd="0" destOrd="0" presId="urn:microsoft.com/office/officeart/2005/8/layout/orgChart1"/>
    <dgm:cxn modelId="{6CB77D93-FBA5-4E38-81C9-2D25D42EAC22}" type="presParOf" srcId="{14598EBA-1EDE-4DD4-B321-39E4E90FD9B2}" destId="{1A9D5533-D905-46ED-AE3B-DA91FCEE21B1}" srcOrd="1" destOrd="0" presId="urn:microsoft.com/office/officeart/2005/8/layout/orgChart1"/>
    <dgm:cxn modelId="{3AE538B6-47BE-445F-A561-C35829AC32F7}" type="presParOf" srcId="{2DB34C13-2808-4186-BA66-77F2FA2DFC99}" destId="{9CBCAC8A-C09B-4092-A3AF-4E328ACD420F}" srcOrd="1" destOrd="0" presId="urn:microsoft.com/office/officeart/2005/8/layout/orgChart1"/>
    <dgm:cxn modelId="{FEB81FB7-D20F-4FC9-8C35-A7AB55CA9BF9}" type="presParOf" srcId="{2DB34C13-2808-4186-BA66-77F2FA2DFC99}" destId="{DBDEF07C-FB41-48B6-82DE-581E5AB113DD}" srcOrd="2" destOrd="0" presId="urn:microsoft.com/office/officeart/2005/8/layout/orgChart1"/>
    <dgm:cxn modelId="{FD1AFFB8-7F4D-4472-A53E-504C341F8D9E}" type="presParOf" srcId="{0AC4C786-ED26-4C6A-908C-855D7B7B10C2}" destId="{B886075D-68FF-45C5-954A-6834AACAF2E1}" srcOrd="58" destOrd="0" presId="urn:microsoft.com/office/officeart/2005/8/layout/orgChart1"/>
    <dgm:cxn modelId="{7444DA3E-195D-4755-9985-C0A8C431DBDA}" type="presParOf" srcId="{B886075D-68FF-45C5-954A-6834AACAF2E1}" destId="{25E279FC-ABC8-48C1-B49F-43AF7F6A7D50}" srcOrd="0" destOrd="0" presId="urn:microsoft.com/office/officeart/2005/8/layout/orgChart1"/>
    <dgm:cxn modelId="{FA6E6B0B-CF87-4955-B60A-392A47DDF949}" type="presParOf" srcId="{25E279FC-ABC8-48C1-B49F-43AF7F6A7D50}" destId="{019B0F05-CD94-4C0A-BA91-E85813E57819}" srcOrd="0" destOrd="0" presId="urn:microsoft.com/office/officeart/2005/8/layout/orgChart1"/>
    <dgm:cxn modelId="{03DDFA43-8442-42DE-B566-10034D7F300B}" type="presParOf" srcId="{25E279FC-ABC8-48C1-B49F-43AF7F6A7D50}" destId="{012CC650-D837-4AFA-B413-CBCD5CF3BEE6}" srcOrd="1" destOrd="0" presId="urn:microsoft.com/office/officeart/2005/8/layout/orgChart1"/>
    <dgm:cxn modelId="{95FC7879-E34D-47E8-B60F-1AF04D70AF9A}" type="presParOf" srcId="{B886075D-68FF-45C5-954A-6834AACAF2E1}" destId="{03D8180C-6FD3-4EB0-896B-7A0C489BC84C}" srcOrd="1" destOrd="0" presId="urn:microsoft.com/office/officeart/2005/8/layout/orgChart1"/>
    <dgm:cxn modelId="{C0BF8F1C-A05C-4F33-AB6A-E79BE81DF860}" type="presParOf" srcId="{B886075D-68FF-45C5-954A-6834AACAF2E1}" destId="{54D62C9C-5527-4508-803C-2553AECA6608}" srcOrd="2" destOrd="0" presId="urn:microsoft.com/office/officeart/2005/8/layout/orgChart1"/>
    <dgm:cxn modelId="{A6A8E7F0-9F4F-4C49-A876-305A651CD112}" type="presParOf" srcId="{0AC4C786-ED26-4C6A-908C-855D7B7B10C2}" destId="{FEAA25C5-9162-423C-BF51-F15501A6CCD8}" srcOrd="59" destOrd="0" presId="urn:microsoft.com/office/officeart/2005/8/layout/orgChart1"/>
    <dgm:cxn modelId="{3F7A3576-C51E-4534-9B81-F72921AB2A28}" type="presParOf" srcId="{FEAA25C5-9162-423C-BF51-F15501A6CCD8}" destId="{A28DD5EF-D67C-4375-A6F5-0EF09600AB1B}" srcOrd="0" destOrd="0" presId="urn:microsoft.com/office/officeart/2005/8/layout/orgChart1"/>
    <dgm:cxn modelId="{E4318338-8C41-4A13-AC32-91E8C19EC67F}" type="presParOf" srcId="{A28DD5EF-D67C-4375-A6F5-0EF09600AB1B}" destId="{CB4D5C7C-759D-4C51-858B-4DDFAD6EB9BA}" srcOrd="0" destOrd="0" presId="urn:microsoft.com/office/officeart/2005/8/layout/orgChart1"/>
    <dgm:cxn modelId="{33D75EF9-7B8F-4592-B757-235761B3681E}" type="presParOf" srcId="{A28DD5EF-D67C-4375-A6F5-0EF09600AB1B}" destId="{2B6425EA-1E8E-469A-BCAC-9EFA9FC4CBD2}" srcOrd="1" destOrd="0" presId="urn:microsoft.com/office/officeart/2005/8/layout/orgChart1"/>
    <dgm:cxn modelId="{B0541442-051D-48B0-9CFB-42BEF444E4B0}" type="presParOf" srcId="{FEAA25C5-9162-423C-BF51-F15501A6CCD8}" destId="{FE6A23F1-DA23-431C-BFCA-BA60B3B88CD3}" srcOrd="1" destOrd="0" presId="urn:microsoft.com/office/officeart/2005/8/layout/orgChart1"/>
    <dgm:cxn modelId="{BC94FC42-8EBF-44CE-A113-E3BC6750D746}" type="presParOf" srcId="{FEAA25C5-9162-423C-BF51-F15501A6CCD8}" destId="{AF89B23F-997C-4CF1-9294-4E4EF59904CF}" srcOrd="2" destOrd="0" presId="urn:microsoft.com/office/officeart/2005/8/layout/orgChart1"/>
    <dgm:cxn modelId="{F5144005-5BF3-4235-B73A-EF5508742BE4}" type="presParOf" srcId="{0AC4C786-ED26-4C6A-908C-855D7B7B10C2}" destId="{C6EEAAFE-ED0B-42B6-98A1-345B0E0C94D7}" srcOrd="60" destOrd="0" presId="urn:microsoft.com/office/officeart/2005/8/layout/orgChart1"/>
    <dgm:cxn modelId="{F24DF8DD-30A9-48CF-A30D-7D8152DCF833}" type="presParOf" srcId="{C6EEAAFE-ED0B-42B6-98A1-345B0E0C94D7}" destId="{2A501431-7F03-44A4-AE37-08FEB4BFEF55}" srcOrd="0" destOrd="0" presId="urn:microsoft.com/office/officeart/2005/8/layout/orgChart1"/>
    <dgm:cxn modelId="{C10DEFB4-29FC-4581-A64E-EB95706AE31F}" type="presParOf" srcId="{2A501431-7F03-44A4-AE37-08FEB4BFEF55}" destId="{25011FE6-9C12-4496-8B7A-D70537EC2E71}" srcOrd="0" destOrd="0" presId="urn:microsoft.com/office/officeart/2005/8/layout/orgChart1"/>
    <dgm:cxn modelId="{439450F6-24CF-459F-B3B8-5DA2E29700CC}" type="presParOf" srcId="{2A501431-7F03-44A4-AE37-08FEB4BFEF55}" destId="{EF507F7B-61E6-4C64-9449-14BD4041D190}" srcOrd="1" destOrd="0" presId="urn:microsoft.com/office/officeart/2005/8/layout/orgChart1"/>
    <dgm:cxn modelId="{F030FD99-6ADC-498A-AD16-DA0E8665CBC6}" type="presParOf" srcId="{C6EEAAFE-ED0B-42B6-98A1-345B0E0C94D7}" destId="{6D07EDB1-862B-4AE3-A0BC-9C9D0624BCD5}" srcOrd="1" destOrd="0" presId="urn:microsoft.com/office/officeart/2005/8/layout/orgChart1"/>
    <dgm:cxn modelId="{767C8170-6060-460E-B523-97778CCD88A0}" type="presParOf" srcId="{C6EEAAFE-ED0B-42B6-98A1-345B0E0C94D7}" destId="{12B8CA42-9226-4928-8FFC-E464F1879536}" srcOrd="2" destOrd="0" presId="urn:microsoft.com/office/officeart/2005/8/layout/orgChart1"/>
    <dgm:cxn modelId="{C4EA96F4-173A-4CD3-9F85-25B712300BF5}" type="presParOf" srcId="{0AC4C786-ED26-4C6A-908C-855D7B7B10C2}" destId="{75A572FE-54D6-42BF-866E-333ABD3835C7}" srcOrd="61" destOrd="0" presId="urn:microsoft.com/office/officeart/2005/8/layout/orgChart1"/>
    <dgm:cxn modelId="{65F10AA2-6DFE-4D9A-86E5-4C818CAE39E1}" type="presParOf" srcId="{75A572FE-54D6-42BF-866E-333ABD3835C7}" destId="{69C20B74-3061-42CF-8AD5-EF7424FA2654}" srcOrd="0" destOrd="0" presId="urn:microsoft.com/office/officeart/2005/8/layout/orgChart1"/>
    <dgm:cxn modelId="{63AFE486-A5D5-4616-9BDD-D091C8724762}" type="presParOf" srcId="{69C20B74-3061-42CF-8AD5-EF7424FA2654}" destId="{525BDB71-81E6-4A76-A687-FF94F0164A00}" srcOrd="0" destOrd="0" presId="urn:microsoft.com/office/officeart/2005/8/layout/orgChart1"/>
    <dgm:cxn modelId="{2D8BC85E-3524-415F-A360-AF75843259CB}" type="presParOf" srcId="{69C20B74-3061-42CF-8AD5-EF7424FA2654}" destId="{5C52F21F-425C-4E34-A5F0-B1B094EEEB40}" srcOrd="1" destOrd="0" presId="urn:microsoft.com/office/officeart/2005/8/layout/orgChart1"/>
    <dgm:cxn modelId="{F7A639E5-2849-475C-B15B-B95659581792}" type="presParOf" srcId="{75A572FE-54D6-42BF-866E-333ABD3835C7}" destId="{76B022F7-D86D-485A-9833-2CB420B1638A}" srcOrd="1" destOrd="0" presId="urn:microsoft.com/office/officeart/2005/8/layout/orgChart1"/>
    <dgm:cxn modelId="{A9B0BA0D-FFB9-4CB8-ACA8-29558A217309}" type="presParOf" srcId="{75A572FE-54D6-42BF-866E-333ABD3835C7}" destId="{788F4AE8-F280-486A-9AE8-6CD63E5A7E53}" srcOrd="2" destOrd="0" presId="urn:microsoft.com/office/officeart/2005/8/layout/orgChart1"/>
    <dgm:cxn modelId="{E1E0AEB3-E834-42CE-8ADC-FD812378EB09}" type="presParOf" srcId="{0AC4C786-ED26-4C6A-908C-855D7B7B10C2}" destId="{D35E7ACB-A39F-4D72-AC26-57BCF4A4EE6F}" srcOrd="62" destOrd="0" presId="urn:microsoft.com/office/officeart/2005/8/layout/orgChart1"/>
    <dgm:cxn modelId="{8DA3B959-4322-4044-9F87-E4B446A70C49}" type="presParOf" srcId="{D35E7ACB-A39F-4D72-AC26-57BCF4A4EE6F}" destId="{17E9AAD7-2F69-48B7-8E7F-5675220A1F8E}" srcOrd="0" destOrd="0" presId="urn:microsoft.com/office/officeart/2005/8/layout/orgChart1"/>
    <dgm:cxn modelId="{AC39B976-B3D2-44F6-AA30-AA15E4823F82}" type="presParOf" srcId="{17E9AAD7-2F69-48B7-8E7F-5675220A1F8E}" destId="{3DFB86B9-EF3D-4C26-8EE4-AB88B775426F}" srcOrd="0" destOrd="0" presId="urn:microsoft.com/office/officeart/2005/8/layout/orgChart1"/>
    <dgm:cxn modelId="{F31543A5-D808-49AE-A23F-3B07CA92D258}" type="presParOf" srcId="{17E9AAD7-2F69-48B7-8E7F-5675220A1F8E}" destId="{53671F4B-C8E1-429B-B52B-D83EED79F566}" srcOrd="1" destOrd="0" presId="urn:microsoft.com/office/officeart/2005/8/layout/orgChart1"/>
    <dgm:cxn modelId="{3FB25E4E-D382-4026-8FF5-D24269D3ABD3}" type="presParOf" srcId="{D35E7ACB-A39F-4D72-AC26-57BCF4A4EE6F}" destId="{6DC5EFE6-80B2-41B0-AA7C-0C829C88829B}" srcOrd="1" destOrd="0" presId="urn:microsoft.com/office/officeart/2005/8/layout/orgChart1"/>
    <dgm:cxn modelId="{6CA26B13-810A-4A19-A5AE-C9075B31E22D}" type="presParOf" srcId="{D35E7ACB-A39F-4D72-AC26-57BCF4A4EE6F}" destId="{509A69F8-D155-4C96-A885-77EE759B02BF}" srcOrd="2" destOrd="0" presId="urn:microsoft.com/office/officeart/2005/8/layout/orgChart1"/>
    <dgm:cxn modelId="{7428CC52-9C21-4B2D-8521-2F70D7550132}" type="presParOf" srcId="{0AC4C786-ED26-4C6A-908C-855D7B7B10C2}" destId="{ABBE0246-8130-47FA-9EE9-1144F1FD5971}" srcOrd="63" destOrd="0" presId="urn:microsoft.com/office/officeart/2005/8/layout/orgChart1"/>
    <dgm:cxn modelId="{C7A1E214-9422-43BC-9A87-AD7D135C97D7}" type="presParOf" srcId="{ABBE0246-8130-47FA-9EE9-1144F1FD5971}" destId="{C3EE6F4A-EC73-4655-82B7-6B751CBCB338}" srcOrd="0" destOrd="0" presId="urn:microsoft.com/office/officeart/2005/8/layout/orgChart1"/>
    <dgm:cxn modelId="{F51A6AED-66AC-41FF-BF3A-CF6C502E486B}" type="presParOf" srcId="{C3EE6F4A-EC73-4655-82B7-6B751CBCB338}" destId="{20E1DA5C-735C-4255-B0A3-5AC0639B1269}" srcOrd="0" destOrd="0" presId="urn:microsoft.com/office/officeart/2005/8/layout/orgChart1"/>
    <dgm:cxn modelId="{FF93123C-C24A-4EE5-81EE-D125B9027C52}" type="presParOf" srcId="{C3EE6F4A-EC73-4655-82B7-6B751CBCB338}" destId="{35A6FDDB-D1FA-4C11-915D-FED80ABDEA93}" srcOrd="1" destOrd="0" presId="urn:microsoft.com/office/officeart/2005/8/layout/orgChart1"/>
    <dgm:cxn modelId="{96E128D5-E5AD-41D2-8C47-0E878B22DDFE}" type="presParOf" srcId="{ABBE0246-8130-47FA-9EE9-1144F1FD5971}" destId="{8D5E8C04-DDEB-4346-8E28-E45BA73D510A}" srcOrd="1" destOrd="0" presId="urn:microsoft.com/office/officeart/2005/8/layout/orgChart1"/>
    <dgm:cxn modelId="{4AD136FC-60D1-4F2E-9C3C-350C6B7368C7}" type="presParOf" srcId="{ABBE0246-8130-47FA-9EE9-1144F1FD5971}" destId="{79BE5B00-9D48-40D9-8318-5443F2B207EA}" srcOrd="2" destOrd="0" presId="urn:microsoft.com/office/officeart/2005/8/layout/orgChart1"/>
    <dgm:cxn modelId="{EC350230-4677-41B5-8565-38F30DC80033}" type="presParOf" srcId="{0AC4C786-ED26-4C6A-908C-855D7B7B10C2}" destId="{FC165B5D-2FD6-4DF1-85B2-FF9EC00DA14C}" srcOrd="64" destOrd="0" presId="urn:microsoft.com/office/officeart/2005/8/layout/orgChart1"/>
    <dgm:cxn modelId="{FA0732E2-F8CD-4BD3-8066-A7335307E9D4}" type="presParOf" srcId="{FC165B5D-2FD6-4DF1-85B2-FF9EC00DA14C}" destId="{5152E91F-C77E-4F4C-8345-E3AC28076255}" srcOrd="0" destOrd="0" presId="urn:microsoft.com/office/officeart/2005/8/layout/orgChart1"/>
    <dgm:cxn modelId="{2FB75A84-4259-4055-968E-6EC3AB8C10BA}" type="presParOf" srcId="{5152E91F-C77E-4F4C-8345-E3AC28076255}" destId="{0F29B699-6064-4399-8324-928D51E4FC86}" srcOrd="0" destOrd="0" presId="urn:microsoft.com/office/officeart/2005/8/layout/orgChart1"/>
    <dgm:cxn modelId="{00DED605-CE5C-4761-B4A6-3F0C54D4639A}" type="presParOf" srcId="{5152E91F-C77E-4F4C-8345-E3AC28076255}" destId="{CF2C6757-99FF-4EDE-A4A2-E78F9F26659F}" srcOrd="1" destOrd="0" presId="urn:microsoft.com/office/officeart/2005/8/layout/orgChart1"/>
    <dgm:cxn modelId="{1D5E074C-60DC-480A-AF94-65B0479C88E4}" type="presParOf" srcId="{FC165B5D-2FD6-4DF1-85B2-FF9EC00DA14C}" destId="{76F2032A-3095-4E27-AEC2-BCDD2778D555}" srcOrd="1" destOrd="0" presId="urn:microsoft.com/office/officeart/2005/8/layout/orgChart1"/>
    <dgm:cxn modelId="{54CF0BD9-1EFD-44B6-B2C0-E981A9696E77}" type="presParOf" srcId="{FC165B5D-2FD6-4DF1-85B2-FF9EC00DA14C}" destId="{5CD3B062-432A-4896-92F4-AE3903BC4E86}" srcOrd="2" destOrd="0" presId="urn:microsoft.com/office/officeart/2005/8/layout/orgChart1"/>
    <dgm:cxn modelId="{EBEB51D4-EF82-4F5B-872A-F748EC3DEEFF}" type="presParOf" srcId="{0AC4C786-ED26-4C6A-908C-855D7B7B10C2}" destId="{D00389B3-734E-4980-B0F3-AAECDCC025D4}" srcOrd="65" destOrd="0" presId="urn:microsoft.com/office/officeart/2005/8/layout/orgChart1"/>
    <dgm:cxn modelId="{5BEC57EE-C65B-4905-B0A7-FA6B4707E597}" type="presParOf" srcId="{D00389B3-734E-4980-B0F3-AAECDCC025D4}" destId="{31506154-D1D4-43D9-9E2E-D12CB9479398}" srcOrd="0" destOrd="0" presId="urn:microsoft.com/office/officeart/2005/8/layout/orgChart1"/>
    <dgm:cxn modelId="{051AC6AD-FF7F-45C2-9B99-3AA4EDAC8F3E}" type="presParOf" srcId="{31506154-D1D4-43D9-9E2E-D12CB9479398}" destId="{C36BE4BE-EB7E-4275-8D69-008DF3B69106}" srcOrd="0" destOrd="0" presId="urn:microsoft.com/office/officeart/2005/8/layout/orgChart1"/>
    <dgm:cxn modelId="{BDC6E76E-DE93-4290-89C8-10C8412B8DC6}" type="presParOf" srcId="{31506154-D1D4-43D9-9E2E-D12CB9479398}" destId="{0240F308-1A3A-4F13-AFC9-AFCDF487590B}" srcOrd="1" destOrd="0" presId="urn:microsoft.com/office/officeart/2005/8/layout/orgChart1"/>
    <dgm:cxn modelId="{578E9477-DA7B-4E74-8B76-E9CBDEE3BC86}" type="presParOf" srcId="{D00389B3-734E-4980-B0F3-AAECDCC025D4}" destId="{CB0B0E97-946B-479F-9356-61CAF512C287}" srcOrd="1" destOrd="0" presId="urn:microsoft.com/office/officeart/2005/8/layout/orgChart1"/>
    <dgm:cxn modelId="{F62B9EEA-A39F-4168-A3A2-D0A3E4A2B1AA}" type="presParOf" srcId="{D00389B3-734E-4980-B0F3-AAECDCC025D4}" destId="{1ED79ED8-D313-46B1-9911-940CDD4A7AD8}" srcOrd="2" destOrd="0" presId="urn:microsoft.com/office/officeart/2005/8/layout/orgChart1"/>
    <dgm:cxn modelId="{8DD63317-DE4E-44B5-BC5D-376B39F56446}" type="presParOf" srcId="{0AC4C786-ED26-4C6A-908C-855D7B7B10C2}" destId="{B214070A-9C36-45C7-BBC0-8301CDCF960A}" srcOrd="66" destOrd="0" presId="urn:microsoft.com/office/officeart/2005/8/layout/orgChart1"/>
    <dgm:cxn modelId="{BA81FDC2-1EB4-4ED5-BE04-FDE43483C167}" type="presParOf" srcId="{B214070A-9C36-45C7-BBC0-8301CDCF960A}" destId="{8E84E1CD-A361-4A2C-A7A3-39169F69550A}" srcOrd="0" destOrd="0" presId="urn:microsoft.com/office/officeart/2005/8/layout/orgChart1"/>
    <dgm:cxn modelId="{BCCFC829-86CC-4212-9801-1DCB690AC097}" type="presParOf" srcId="{8E84E1CD-A361-4A2C-A7A3-39169F69550A}" destId="{A349CD1F-6D5D-4927-B861-9E42FC659B49}" srcOrd="0" destOrd="0" presId="urn:microsoft.com/office/officeart/2005/8/layout/orgChart1"/>
    <dgm:cxn modelId="{D9B20B27-5158-432F-AECA-C538639C7C31}" type="presParOf" srcId="{8E84E1CD-A361-4A2C-A7A3-39169F69550A}" destId="{60B7C456-DEE0-4646-BDF1-A7D62C45AD55}" srcOrd="1" destOrd="0" presId="urn:microsoft.com/office/officeart/2005/8/layout/orgChart1"/>
    <dgm:cxn modelId="{079647BE-5407-496F-8F30-4CFF0414E36B}" type="presParOf" srcId="{B214070A-9C36-45C7-BBC0-8301CDCF960A}" destId="{B54664B3-1F9E-40A3-97A6-81DABBE477BE}" srcOrd="1" destOrd="0" presId="urn:microsoft.com/office/officeart/2005/8/layout/orgChart1"/>
    <dgm:cxn modelId="{E1500232-83D8-407C-98FC-13D74DC257C7}" type="presParOf" srcId="{B214070A-9C36-45C7-BBC0-8301CDCF960A}" destId="{8293BA9B-A7BB-4975-AC86-71C0BBE68D78}" srcOrd="2" destOrd="0" presId="urn:microsoft.com/office/officeart/2005/8/layout/orgChart1"/>
    <dgm:cxn modelId="{45C68D80-7517-4CB4-83A9-4BFC846C52F4}" type="presParOf" srcId="{0AC4C786-ED26-4C6A-908C-855D7B7B10C2}" destId="{68B33668-45CE-4042-8FFF-FD5ECB64D681}" srcOrd="67" destOrd="0" presId="urn:microsoft.com/office/officeart/2005/8/layout/orgChart1"/>
    <dgm:cxn modelId="{55C243D6-EBDA-48B5-8D31-BC84AE2315CB}" type="presParOf" srcId="{68B33668-45CE-4042-8FFF-FD5ECB64D681}" destId="{B5793716-7E0F-40C1-9287-8683C7D458BB}" srcOrd="0" destOrd="0" presId="urn:microsoft.com/office/officeart/2005/8/layout/orgChart1"/>
    <dgm:cxn modelId="{6244C819-745A-469C-8881-B5DB41256E82}" type="presParOf" srcId="{B5793716-7E0F-40C1-9287-8683C7D458BB}" destId="{5C257910-8015-489F-A4D6-61588683AECA}" srcOrd="0" destOrd="0" presId="urn:microsoft.com/office/officeart/2005/8/layout/orgChart1"/>
    <dgm:cxn modelId="{A09BA362-A2BC-4167-A50C-25061E5F67FA}" type="presParOf" srcId="{B5793716-7E0F-40C1-9287-8683C7D458BB}" destId="{B22BD578-E44C-4151-9E6F-CDE7B1F757A5}" srcOrd="1" destOrd="0" presId="urn:microsoft.com/office/officeart/2005/8/layout/orgChart1"/>
    <dgm:cxn modelId="{1445EE57-3E15-426E-8F51-45AA0F6335C6}" type="presParOf" srcId="{68B33668-45CE-4042-8FFF-FD5ECB64D681}" destId="{ED8F3F4C-D667-4F81-ADF8-F73B38F877FE}" srcOrd="1" destOrd="0" presId="urn:microsoft.com/office/officeart/2005/8/layout/orgChart1"/>
    <dgm:cxn modelId="{A8909F40-2538-4EC5-9ECB-1D606C9CFA6D}" type="presParOf" srcId="{68B33668-45CE-4042-8FFF-FD5ECB64D681}" destId="{B653CA76-AC9A-4DB4-93B4-C6FF27B04EDE}" srcOrd="2" destOrd="0" presId="urn:microsoft.com/office/officeart/2005/8/layout/orgChart1"/>
    <dgm:cxn modelId="{ED8EE389-1FC1-489F-A616-6E6C6AF1ACD4}" type="presParOf" srcId="{0AC4C786-ED26-4C6A-908C-855D7B7B10C2}" destId="{EF43E992-B359-41EB-909E-18C30F386A16}" srcOrd="68" destOrd="0" presId="urn:microsoft.com/office/officeart/2005/8/layout/orgChart1"/>
    <dgm:cxn modelId="{D926E9E2-62A9-46EB-8F96-189125BEFC78}" type="presParOf" srcId="{EF43E992-B359-41EB-909E-18C30F386A16}" destId="{84350DFC-097E-47ED-872E-11A826CB8126}" srcOrd="0" destOrd="0" presId="urn:microsoft.com/office/officeart/2005/8/layout/orgChart1"/>
    <dgm:cxn modelId="{FCAF2106-D8A9-42B5-A82E-A1E92EA8E785}" type="presParOf" srcId="{84350DFC-097E-47ED-872E-11A826CB8126}" destId="{A3D8DFED-1459-485F-8511-F965B5FC1828}" srcOrd="0" destOrd="0" presId="urn:microsoft.com/office/officeart/2005/8/layout/orgChart1"/>
    <dgm:cxn modelId="{25BB152A-C192-4B31-99A7-D884953F646B}" type="presParOf" srcId="{84350DFC-097E-47ED-872E-11A826CB8126}" destId="{E1F7D251-7396-445E-9917-F20740ACE761}" srcOrd="1" destOrd="0" presId="urn:microsoft.com/office/officeart/2005/8/layout/orgChart1"/>
    <dgm:cxn modelId="{5AE7B919-A2DB-4AB9-8DDB-A73125CCAD74}" type="presParOf" srcId="{EF43E992-B359-41EB-909E-18C30F386A16}" destId="{E2EB20E9-9D36-4843-B3AF-A0D9302CC4EC}" srcOrd="1" destOrd="0" presId="urn:microsoft.com/office/officeart/2005/8/layout/orgChart1"/>
    <dgm:cxn modelId="{29B12AE4-B2CA-4E65-B522-033167F47A0B}" type="presParOf" srcId="{EF43E992-B359-41EB-909E-18C30F386A16}" destId="{4C89F740-DA94-4C00-B82B-AE5BF4B31677}" srcOrd="2" destOrd="0" presId="urn:microsoft.com/office/officeart/2005/8/layout/orgChart1"/>
    <dgm:cxn modelId="{1C40A8C4-F18C-47E8-BD18-2A1364D276DB}" type="presParOf" srcId="{0AC4C786-ED26-4C6A-908C-855D7B7B10C2}" destId="{7076813E-C519-40F2-822C-F29C318220FB}" srcOrd="69" destOrd="0" presId="urn:microsoft.com/office/officeart/2005/8/layout/orgChart1"/>
    <dgm:cxn modelId="{A4EFF888-8439-49FC-924C-CFA4E0E7C019}" type="presParOf" srcId="{7076813E-C519-40F2-822C-F29C318220FB}" destId="{A46B4127-EBD5-4D1F-83C0-AA41BB46101C}" srcOrd="0" destOrd="0" presId="urn:microsoft.com/office/officeart/2005/8/layout/orgChart1"/>
    <dgm:cxn modelId="{B66867A0-4156-47BE-A9CA-8789B80B3D4B}" type="presParOf" srcId="{A46B4127-EBD5-4D1F-83C0-AA41BB46101C}" destId="{DA0DF361-FD1F-4993-92BF-E45607FB0D36}" srcOrd="0" destOrd="0" presId="urn:microsoft.com/office/officeart/2005/8/layout/orgChart1"/>
    <dgm:cxn modelId="{CB042530-21C9-44E9-8E76-BB9CCB391885}" type="presParOf" srcId="{A46B4127-EBD5-4D1F-83C0-AA41BB46101C}" destId="{BD01C86F-CBBA-4AD7-BDCB-4D1739084680}" srcOrd="1" destOrd="0" presId="urn:microsoft.com/office/officeart/2005/8/layout/orgChart1"/>
    <dgm:cxn modelId="{D59655FF-AFFA-46BE-B43C-7D65B2DF637C}" type="presParOf" srcId="{7076813E-C519-40F2-822C-F29C318220FB}" destId="{90B1270A-D9D3-4669-971B-B5462E7654DC}" srcOrd="1" destOrd="0" presId="urn:microsoft.com/office/officeart/2005/8/layout/orgChart1"/>
    <dgm:cxn modelId="{BC525E98-9F1E-4949-B969-FF37996C103C}" type="presParOf" srcId="{7076813E-C519-40F2-822C-F29C318220FB}" destId="{F3EC7C54-0686-4396-8DD2-03A57BC057E3}" srcOrd="2" destOrd="0" presId="urn:microsoft.com/office/officeart/2005/8/layout/orgChart1"/>
    <dgm:cxn modelId="{F0B66245-8241-41FB-B36D-3A92D1B80FCC}" type="presParOf" srcId="{0AC4C786-ED26-4C6A-908C-855D7B7B10C2}" destId="{C475E2C9-DBFA-469F-8FBA-D5A6A28145FD}" srcOrd="70" destOrd="0" presId="urn:microsoft.com/office/officeart/2005/8/layout/orgChart1"/>
    <dgm:cxn modelId="{B4A3B6E0-D1C3-4417-A36C-B027379FDABF}" type="presParOf" srcId="{C475E2C9-DBFA-469F-8FBA-D5A6A28145FD}" destId="{94C67A8D-4CD3-4741-ADB9-A5763BF67912}" srcOrd="0" destOrd="0" presId="urn:microsoft.com/office/officeart/2005/8/layout/orgChart1"/>
    <dgm:cxn modelId="{131D6C4A-14ED-4915-996D-0C2226898A2A}" type="presParOf" srcId="{94C67A8D-4CD3-4741-ADB9-A5763BF67912}" destId="{00A380C4-ED8A-4D42-9DFA-CAE33BE82CF2}" srcOrd="0" destOrd="0" presId="urn:microsoft.com/office/officeart/2005/8/layout/orgChart1"/>
    <dgm:cxn modelId="{5229DFC1-3F6C-417A-81DD-44F7B363E55C}" type="presParOf" srcId="{94C67A8D-4CD3-4741-ADB9-A5763BF67912}" destId="{7E2802C9-B3AA-4B5B-AE6D-BE4297963E1C}" srcOrd="1" destOrd="0" presId="urn:microsoft.com/office/officeart/2005/8/layout/orgChart1"/>
    <dgm:cxn modelId="{CDA4A0D6-8F0B-494D-A2D9-D9C030C2ABD0}" type="presParOf" srcId="{C475E2C9-DBFA-469F-8FBA-D5A6A28145FD}" destId="{EA46C3CB-D4E2-42A1-966F-E2B903C6D8BD}" srcOrd="1" destOrd="0" presId="urn:microsoft.com/office/officeart/2005/8/layout/orgChart1"/>
    <dgm:cxn modelId="{187D61DE-8D7A-4344-ADC4-651CC364B94A}" type="presParOf" srcId="{C475E2C9-DBFA-469F-8FBA-D5A6A28145FD}" destId="{527F42A7-8F4D-4EC3-B099-2E82918E1B94}" srcOrd="2" destOrd="0" presId="urn:microsoft.com/office/officeart/2005/8/layout/orgChart1"/>
    <dgm:cxn modelId="{8A90E25F-2606-45BA-AC48-82FAD769E96A}" type="presParOf" srcId="{0AC4C786-ED26-4C6A-908C-855D7B7B10C2}" destId="{E1D8AA4B-87CE-44E3-A4A2-BE63BA9CF29D}" srcOrd="71" destOrd="0" presId="urn:microsoft.com/office/officeart/2005/8/layout/orgChart1"/>
    <dgm:cxn modelId="{7F189DBC-D63A-4570-8167-9398ABB04F5F}" type="presParOf" srcId="{E1D8AA4B-87CE-44E3-A4A2-BE63BA9CF29D}" destId="{20988F6F-56C2-4262-A621-4D9350962511}" srcOrd="0" destOrd="0" presId="urn:microsoft.com/office/officeart/2005/8/layout/orgChart1"/>
    <dgm:cxn modelId="{DD911E84-03F2-425D-8A1B-AD265EEAA06A}" type="presParOf" srcId="{20988F6F-56C2-4262-A621-4D9350962511}" destId="{EC6FF0EA-8522-47EA-BD4A-34DC0C2C3A9A}" srcOrd="0" destOrd="0" presId="urn:microsoft.com/office/officeart/2005/8/layout/orgChart1"/>
    <dgm:cxn modelId="{B3B5A3B7-6BC5-463E-B208-57DF8148A11F}" type="presParOf" srcId="{20988F6F-56C2-4262-A621-4D9350962511}" destId="{57117F80-F27B-4454-8281-1BDE7D0D1EE5}" srcOrd="1" destOrd="0" presId="urn:microsoft.com/office/officeart/2005/8/layout/orgChart1"/>
    <dgm:cxn modelId="{BD6CA57B-19DD-4895-9382-4E9268DDFAC5}" type="presParOf" srcId="{E1D8AA4B-87CE-44E3-A4A2-BE63BA9CF29D}" destId="{DF39AE7F-719D-46A7-934B-243A61B51147}" srcOrd="1" destOrd="0" presId="urn:microsoft.com/office/officeart/2005/8/layout/orgChart1"/>
    <dgm:cxn modelId="{5BB09873-3415-4C6A-A2FD-605C1D3ECBC3}" type="presParOf" srcId="{E1D8AA4B-87CE-44E3-A4A2-BE63BA9CF29D}" destId="{2F6C7A6A-67CA-4A6D-A3A2-1D049C3224F9}" srcOrd="2" destOrd="0" presId="urn:microsoft.com/office/officeart/2005/8/layout/orgChart1"/>
    <dgm:cxn modelId="{1B0D524A-40F7-49EE-A21B-3F427CC54C48}" type="presParOf" srcId="{0AC4C786-ED26-4C6A-908C-855D7B7B10C2}" destId="{2C645783-8FF3-4973-879C-AB0EE581E50D}" srcOrd="72" destOrd="0" presId="urn:microsoft.com/office/officeart/2005/8/layout/orgChart1"/>
    <dgm:cxn modelId="{124EB705-0359-4965-8E78-00EDCEBFBB7F}" type="presParOf" srcId="{2C645783-8FF3-4973-879C-AB0EE581E50D}" destId="{8A95EAFD-994C-462B-9788-3ACEF1BDB3F9}" srcOrd="0" destOrd="0" presId="urn:microsoft.com/office/officeart/2005/8/layout/orgChart1"/>
    <dgm:cxn modelId="{4F9AE219-9A32-4D18-AC61-F40E56876339}" type="presParOf" srcId="{8A95EAFD-994C-462B-9788-3ACEF1BDB3F9}" destId="{DEFD345A-CBE1-4A11-9AD1-4C2F4AEE76AD}" srcOrd="0" destOrd="0" presId="urn:microsoft.com/office/officeart/2005/8/layout/orgChart1"/>
    <dgm:cxn modelId="{842B47DD-28EF-4D95-94D6-C9E4A69F463B}" type="presParOf" srcId="{8A95EAFD-994C-462B-9788-3ACEF1BDB3F9}" destId="{7FB9B393-BB58-402E-845A-9E9157EC89E5}" srcOrd="1" destOrd="0" presId="urn:microsoft.com/office/officeart/2005/8/layout/orgChart1"/>
    <dgm:cxn modelId="{D8A33F95-D276-4760-BF9C-37321C8E2661}" type="presParOf" srcId="{2C645783-8FF3-4973-879C-AB0EE581E50D}" destId="{7E44C9D5-E4FD-4FEA-ACD3-0C922C5AC1A2}" srcOrd="1" destOrd="0" presId="urn:microsoft.com/office/officeart/2005/8/layout/orgChart1"/>
    <dgm:cxn modelId="{CEE7E0E5-4A5D-4695-A2C4-FC79A77F0D8D}" type="presParOf" srcId="{2C645783-8FF3-4973-879C-AB0EE581E50D}" destId="{17F89BB0-A01D-4C01-A673-16CB7F3F1379}" srcOrd="2" destOrd="0" presId="urn:microsoft.com/office/officeart/2005/8/layout/orgChart1"/>
    <dgm:cxn modelId="{4F197990-6C17-4B7D-AF46-AB29CDDAECD4}" type="presParOf" srcId="{0AC4C786-ED26-4C6A-908C-855D7B7B10C2}" destId="{28BC6725-3356-4073-8E20-89D137A1B921}" srcOrd="73" destOrd="0" presId="urn:microsoft.com/office/officeart/2005/8/layout/orgChart1"/>
    <dgm:cxn modelId="{A9DCC144-5B7E-45DA-B0D4-F559C0D2E763}" type="presParOf" srcId="{28BC6725-3356-4073-8E20-89D137A1B921}" destId="{B98CB234-2374-4F86-A88A-9AAC93AC861D}" srcOrd="0" destOrd="0" presId="urn:microsoft.com/office/officeart/2005/8/layout/orgChart1"/>
    <dgm:cxn modelId="{A2663F79-58D9-48DC-8B1B-DC61EC9DFA33}" type="presParOf" srcId="{B98CB234-2374-4F86-A88A-9AAC93AC861D}" destId="{D4D70564-336A-4740-BE5B-F1DEEFB0096A}" srcOrd="0" destOrd="0" presId="urn:microsoft.com/office/officeart/2005/8/layout/orgChart1"/>
    <dgm:cxn modelId="{FFCEFD81-9FA9-4E45-A1A5-7549AD6A2AE3}" type="presParOf" srcId="{B98CB234-2374-4F86-A88A-9AAC93AC861D}" destId="{CDDE9F4C-BF61-4A2F-B124-E5084F31736B}" srcOrd="1" destOrd="0" presId="urn:microsoft.com/office/officeart/2005/8/layout/orgChart1"/>
    <dgm:cxn modelId="{7975467C-1DBC-4B5A-BBA2-8F02ADAA391F}" type="presParOf" srcId="{28BC6725-3356-4073-8E20-89D137A1B921}" destId="{F8087634-B28C-4EA1-9598-1D9B492F1F6A}" srcOrd="1" destOrd="0" presId="urn:microsoft.com/office/officeart/2005/8/layout/orgChart1"/>
    <dgm:cxn modelId="{A9C8491E-DF1F-444F-BEBD-E30729BB9E05}" type="presParOf" srcId="{28BC6725-3356-4073-8E20-89D137A1B921}" destId="{41DF5B16-EB2F-4BF0-9131-E7620177AA44}" srcOrd="2" destOrd="0" presId="urn:microsoft.com/office/officeart/2005/8/layout/orgChart1"/>
    <dgm:cxn modelId="{5755B32E-DCF7-4200-85BB-877EF8D4A239}" type="presParOf" srcId="{0AC4C786-ED26-4C6A-908C-855D7B7B10C2}" destId="{02985E62-F37E-41F9-9AA0-C70C80F26056}" srcOrd="74" destOrd="0" presId="urn:microsoft.com/office/officeart/2005/8/layout/orgChart1"/>
    <dgm:cxn modelId="{0D6628E8-CCC2-4220-9608-C72653912566}" type="presParOf" srcId="{02985E62-F37E-41F9-9AA0-C70C80F26056}" destId="{574AFD3A-629C-48CC-B93A-808B74554164}" srcOrd="0" destOrd="0" presId="urn:microsoft.com/office/officeart/2005/8/layout/orgChart1"/>
    <dgm:cxn modelId="{22E5B7C7-1CD4-4079-AB11-4F5D6599BAD4}" type="presParOf" srcId="{574AFD3A-629C-48CC-B93A-808B74554164}" destId="{89B5BC51-F764-4419-9A74-D455EFFA638C}" srcOrd="0" destOrd="0" presId="urn:microsoft.com/office/officeart/2005/8/layout/orgChart1"/>
    <dgm:cxn modelId="{2C1C2606-30BD-4E45-B087-69255F18612A}" type="presParOf" srcId="{574AFD3A-629C-48CC-B93A-808B74554164}" destId="{9BBA5A24-5D4A-4E97-96CD-EB1B8F066B2D}" srcOrd="1" destOrd="0" presId="urn:microsoft.com/office/officeart/2005/8/layout/orgChart1"/>
    <dgm:cxn modelId="{CAEFEB8E-61E0-447A-9CAD-E4859EC0085F}" type="presParOf" srcId="{02985E62-F37E-41F9-9AA0-C70C80F26056}" destId="{E75A4E8F-887E-47C4-8E3F-7B3831CCDEBB}" srcOrd="1" destOrd="0" presId="urn:microsoft.com/office/officeart/2005/8/layout/orgChart1"/>
    <dgm:cxn modelId="{884B8BB1-4474-4FF2-84C5-44EB93085508}" type="presParOf" srcId="{02985E62-F37E-41F9-9AA0-C70C80F26056}" destId="{7F9235BB-1F15-447E-B22D-1529D0E82784}" srcOrd="2" destOrd="0" presId="urn:microsoft.com/office/officeart/2005/8/layout/orgChart1"/>
    <dgm:cxn modelId="{9FA70EA4-8DF6-48B7-AE14-8B1247BCFF03}" type="presParOf" srcId="{0AC4C786-ED26-4C6A-908C-855D7B7B10C2}" destId="{AE27FB7B-78CD-4200-A2A4-742AB9B844D6}" srcOrd="75" destOrd="0" presId="urn:microsoft.com/office/officeart/2005/8/layout/orgChart1"/>
    <dgm:cxn modelId="{D97DFE92-A658-442B-9F32-634ECCA93C06}" type="presParOf" srcId="{AE27FB7B-78CD-4200-A2A4-742AB9B844D6}" destId="{06D46484-4CCA-474E-9A5C-8661A3AA24CF}" srcOrd="0" destOrd="0" presId="urn:microsoft.com/office/officeart/2005/8/layout/orgChart1"/>
    <dgm:cxn modelId="{69299622-D51C-4FE5-9567-7B5E863A570E}" type="presParOf" srcId="{06D46484-4CCA-474E-9A5C-8661A3AA24CF}" destId="{E9B7ED02-21CA-4AE9-8E1F-0E2F0B092ADF}" srcOrd="0" destOrd="0" presId="urn:microsoft.com/office/officeart/2005/8/layout/orgChart1"/>
    <dgm:cxn modelId="{BCAB2183-8D25-49C2-AA3C-13ED557A7B09}" type="presParOf" srcId="{06D46484-4CCA-474E-9A5C-8661A3AA24CF}" destId="{416B7791-2016-4851-A23F-3103B104CAB3}" srcOrd="1" destOrd="0" presId="urn:microsoft.com/office/officeart/2005/8/layout/orgChart1"/>
    <dgm:cxn modelId="{8FB352DD-BF6B-49EC-AF83-BBE344D1FC0B}" type="presParOf" srcId="{AE27FB7B-78CD-4200-A2A4-742AB9B844D6}" destId="{B4C98950-799C-40F8-A6B5-85C2E4FED7EA}" srcOrd="1" destOrd="0" presId="urn:microsoft.com/office/officeart/2005/8/layout/orgChart1"/>
    <dgm:cxn modelId="{E7365769-1798-4528-BF4A-84BD2CB9EDCD}" type="presParOf" srcId="{AE27FB7B-78CD-4200-A2A4-742AB9B844D6}" destId="{CF340924-17E5-4913-AD58-2C3E567964F3}" srcOrd="2" destOrd="0" presId="urn:microsoft.com/office/officeart/2005/8/layout/orgChart1"/>
    <dgm:cxn modelId="{18BBD3E3-7EAE-415C-8D00-97D1F944D968}" type="presParOf" srcId="{0AC4C786-ED26-4C6A-908C-855D7B7B10C2}" destId="{E43788B9-F3EF-424A-8BB8-354564932AD5}" srcOrd="76" destOrd="0" presId="urn:microsoft.com/office/officeart/2005/8/layout/orgChart1"/>
    <dgm:cxn modelId="{557388DA-2B08-4467-BDD4-3E2C96858337}" type="presParOf" srcId="{E43788B9-F3EF-424A-8BB8-354564932AD5}" destId="{91F74FF7-6ECA-4B8D-AD59-F47CA47CE334}" srcOrd="0" destOrd="0" presId="urn:microsoft.com/office/officeart/2005/8/layout/orgChart1"/>
    <dgm:cxn modelId="{41C5D73A-AE97-4747-9E14-77C8468B3B63}" type="presParOf" srcId="{91F74FF7-6ECA-4B8D-AD59-F47CA47CE334}" destId="{54E908AA-1CA5-451F-9296-E56462555E71}" srcOrd="0" destOrd="0" presId="urn:microsoft.com/office/officeart/2005/8/layout/orgChart1"/>
    <dgm:cxn modelId="{8B47C09B-5041-4546-951C-743ED6B958C6}" type="presParOf" srcId="{91F74FF7-6ECA-4B8D-AD59-F47CA47CE334}" destId="{A8D55124-11FD-4DF2-8216-519B72115604}" srcOrd="1" destOrd="0" presId="urn:microsoft.com/office/officeart/2005/8/layout/orgChart1"/>
    <dgm:cxn modelId="{AE4333D2-9B32-4AC5-A478-58A9A200EAD0}" type="presParOf" srcId="{E43788B9-F3EF-424A-8BB8-354564932AD5}" destId="{F2A79E7A-809B-4C41-892B-C694CD856F60}" srcOrd="1" destOrd="0" presId="urn:microsoft.com/office/officeart/2005/8/layout/orgChart1"/>
    <dgm:cxn modelId="{84B16696-D8FF-4052-A5AA-48908E698206}" type="presParOf" srcId="{E43788B9-F3EF-424A-8BB8-354564932AD5}" destId="{A1EE47F3-9E64-4092-9F35-61E92A8A456A}" srcOrd="2" destOrd="0" presId="urn:microsoft.com/office/officeart/2005/8/layout/orgChart1"/>
    <dgm:cxn modelId="{44E2EC27-FF18-4D61-B1C3-1A0B81847ED4}" type="presParOf" srcId="{0AC4C786-ED26-4C6A-908C-855D7B7B10C2}" destId="{31C28E78-CB75-4B3C-AAAE-B656465BD0F9}" srcOrd="77" destOrd="0" presId="urn:microsoft.com/office/officeart/2005/8/layout/orgChart1"/>
    <dgm:cxn modelId="{1D61AE63-95BF-4077-998A-B9FE56C10B79}" type="presParOf" srcId="{31C28E78-CB75-4B3C-AAAE-B656465BD0F9}" destId="{3D52C549-E2E1-4D81-B9D0-6C0A5C616689}" srcOrd="0" destOrd="0" presId="urn:microsoft.com/office/officeart/2005/8/layout/orgChart1"/>
    <dgm:cxn modelId="{DEEC89EA-3D8F-4B3C-885E-5F40EFD5AB73}" type="presParOf" srcId="{3D52C549-E2E1-4D81-B9D0-6C0A5C616689}" destId="{C3EEDD17-2758-4B26-B41A-56655266E772}" srcOrd="0" destOrd="0" presId="urn:microsoft.com/office/officeart/2005/8/layout/orgChart1"/>
    <dgm:cxn modelId="{25C44484-A053-4230-B050-57955A4520C2}" type="presParOf" srcId="{3D52C549-E2E1-4D81-B9D0-6C0A5C616689}" destId="{9A06AC39-4CBF-4BC1-9354-50A2EAA4A9A4}" srcOrd="1" destOrd="0" presId="urn:microsoft.com/office/officeart/2005/8/layout/orgChart1"/>
    <dgm:cxn modelId="{8FD23B66-FD7E-487F-8CEE-46AF2A9FDE39}" type="presParOf" srcId="{31C28E78-CB75-4B3C-AAAE-B656465BD0F9}" destId="{D1F62F2B-F419-4B05-88F1-5FF3383BD968}" srcOrd="1" destOrd="0" presId="urn:microsoft.com/office/officeart/2005/8/layout/orgChart1"/>
    <dgm:cxn modelId="{8AA44D1A-4AC8-4177-8A56-621ECDA3F136}" type="presParOf" srcId="{31C28E78-CB75-4B3C-AAAE-B656465BD0F9}" destId="{9EB9C555-AB40-4BBC-918A-4D420E7409AA}" srcOrd="2" destOrd="0" presId="urn:microsoft.com/office/officeart/2005/8/layout/orgChart1"/>
    <dgm:cxn modelId="{ECD900B1-B57E-449A-B8FB-DC21C17C5007}" type="presParOf" srcId="{0AC4C786-ED26-4C6A-908C-855D7B7B10C2}" destId="{F8DA6E4E-F905-4534-8636-86E67A0AF442}" srcOrd="78" destOrd="0" presId="urn:microsoft.com/office/officeart/2005/8/layout/orgChart1"/>
    <dgm:cxn modelId="{787FB515-10E4-459D-954E-A4D4A34BCB89}" type="presParOf" srcId="{F8DA6E4E-F905-4534-8636-86E67A0AF442}" destId="{8094FFB3-9AF1-425D-9F40-AA2A5F0E6A56}" srcOrd="0" destOrd="0" presId="urn:microsoft.com/office/officeart/2005/8/layout/orgChart1"/>
    <dgm:cxn modelId="{ED9E28CB-56F9-4B1A-8D20-4E465BD0FF2D}" type="presParOf" srcId="{8094FFB3-9AF1-425D-9F40-AA2A5F0E6A56}" destId="{C5975CE5-9CED-405F-AD87-E58F317B5F0A}" srcOrd="0" destOrd="0" presId="urn:microsoft.com/office/officeart/2005/8/layout/orgChart1"/>
    <dgm:cxn modelId="{4B61B391-7943-4551-B078-8876407DA74E}" type="presParOf" srcId="{8094FFB3-9AF1-425D-9F40-AA2A5F0E6A56}" destId="{46EF5949-0434-46CB-B505-1494A91C8B0C}" srcOrd="1" destOrd="0" presId="urn:microsoft.com/office/officeart/2005/8/layout/orgChart1"/>
    <dgm:cxn modelId="{21163A2C-7D75-41B0-863A-4EEF579942BC}" type="presParOf" srcId="{F8DA6E4E-F905-4534-8636-86E67A0AF442}" destId="{528F380B-5F1C-4642-9D69-D000E11BD818}" srcOrd="1" destOrd="0" presId="urn:microsoft.com/office/officeart/2005/8/layout/orgChart1"/>
    <dgm:cxn modelId="{830BA81F-0E47-489F-9666-B1B551723AF5}" type="presParOf" srcId="{F8DA6E4E-F905-4534-8636-86E67A0AF442}" destId="{6CED9322-6B0E-4DAF-AF51-28DE7392787F}" srcOrd="2" destOrd="0" presId="urn:microsoft.com/office/officeart/2005/8/layout/orgChart1"/>
    <dgm:cxn modelId="{1A70B2BD-829D-4313-BF6D-35E99A77E7FD}" type="presParOf" srcId="{0AC4C786-ED26-4C6A-908C-855D7B7B10C2}" destId="{D9D1D88C-DD71-46E9-897F-CAE66B8219AE}" srcOrd="79" destOrd="0" presId="urn:microsoft.com/office/officeart/2005/8/layout/orgChart1"/>
    <dgm:cxn modelId="{CEBF5F02-AE85-4D62-BF05-1E2ACC9BA3AA}" type="presParOf" srcId="{D9D1D88C-DD71-46E9-897F-CAE66B8219AE}" destId="{9AE61306-54BB-40CD-B563-FAA928344910}" srcOrd="0" destOrd="0" presId="urn:microsoft.com/office/officeart/2005/8/layout/orgChart1"/>
    <dgm:cxn modelId="{E1519AED-FDDE-40FC-873E-32263E320B6D}" type="presParOf" srcId="{9AE61306-54BB-40CD-B563-FAA928344910}" destId="{3FA08A3C-62D8-44EB-B0B0-DC3647A42C75}" srcOrd="0" destOrd="0" presId="urn:microsoft.com/office/officeart/2005/8/layout/orgChart1"/>
    <dgm:cxn modelId="{CB0F19AC-436B-490D-99FE-F7522379156B}" type="presParOf" srcId="{9AE61306-54BB-40CD-B563-FAA928344910}" destId="{E1961403-3690-4E30-892C-027A435CBBFF}" srcOrd="1" destOrd="0" presId="urn:microsoft.com/office/officeart/2005/8/layout/orgChart1"/>
    <dgm:cxn modelId="{F7CD2652-B1AC-44BB-BA39-02CE7C8242F6}" type="presParOf" srcId="{D9D1D88C-DD71-46E9-897F-CAE66B8219AE}" destId="{A51297E1-3526-4C8D-AB97-48409D1C963E}" srcOrd="1" destOrd="0" presId="urn:microsoft.com/office/officeart/2005/8/layout/orgChart1"/>
    <dgm:cxn modelId="{71262705-A7B0-452A-BEE3-F81D8CDA1B08}" type="presParOf" srcId="{D9D1D88C-DD71-46E9-897F-CAE66B8219AE}" destId="{2F6F1601-499B-4693-9150-BDA822CD5095}" srcOrd="2" destOrd="0" presId="urn:microsoft.com/office/officeart/2005/8/layout/orgChart1"/>
    <dgm:cxn modelId="{887FA764-EEFC-4862-9961-2F416ACFF781}" type="presParOf" srcId="{0AC4C786-ED26-4C6A-908C-855D7B7B10C2}" destId="{0FDD3A97-BDEA-4C7D-944C-E0D9DA045355}" srcOrd="80" destOrd="0" presId="urn:microsoft.com/office/officeart/2005/8/layout/orgChart1"/>
    <dgm:cxn modelId="{37005331-46D4-4248-8127-B3C144CC4595}" type="presParOf" srcId="{0FDD3A97-BDEA-4C7D-944C-E0D9DA045355}" destId="{9AA89D91-5FED-486E-9278-1F40517DE32E}" srcOrd="0" destOrd="0" presId="urn:microsoft.com/office/officeart/2005/8/layout/orgChart1"/>
    <dgm:cxn modelId="{39555A11-2DDB-42C3-9429-8872748A5400}" type="presParOf" srcId="{9AA89D91-5FED-486E-9278-1F40517DE32E}" destId="{F4BC4DCB-5F59-40B4-BD0C-A67FFB18D73A}" srcOrd="0" destOrd="0" presId="urn:microsoft.com/office/officeart/2005/8/layout/orgChart1"/>
    <dgm:cxn modelId="{333F0625-B66B-493F-9AA0-F8F9C4EDF388}" type="presParOf" srcId="{9AA89D91-5FED-486E-9278-1F40517DE32E}" destId="{747D4988-4801-4512-A023-0DEB6DA79593}" srcOrd="1" destOrd="0" presId="urn:microsoft.com/office/officeart/2005/8/layout/orgChart1"/>
    <dgm:cxn modelId="{D78E3DCC-6DBC-4FD3-AA68-A24A4D9538D4}" type="presParOf" srcId="{0FDD3A97-BDEA-4C7D-944C-E0D9DA045355}" destId="{5499A4F1-9215-4588-81D1-3535ED103D50}" srcOrd="1" destOrd="0" presId="urn:microsoft.com/office/officeart/2005/8/layout/orgChart1"/>
    <dgm:cxn modelId="{8592BDB5-EDDD-4E88-8157-E20D4143D281}" type="presParOf" srcId="{0FDD3A97-BDEA-4C7D-944C-E0D9DA045355}" destId="{E218338F-B7B4-4E2D-9588-8402932522A6}" srcOrd="2" destOrd="0" presId="urn:microsoft.com/office/officeart/2005/8/layout/orgChart1"/>
    <dgm:cxn modelId="{9EA1DC56-69DC-4B90-9F0A-F5323967267F}" type="presParOf" srcId="{0AC4C786-ED26-4C6A-908C-855D7B7B10C2}" destId="{998405BC-3E89-4EE8-868D-130F3EF2D3DB}" srcOrd="81" destOrd="0" presId="urn:microsoft.com/office/officeart/2005/8/layout/orgChart1"/>
    <dgm:cxn modelId="{BB944251-965B-44AE-8261-BD8DACC4F10B}" type="presParOf" srcId="{998405BC-3E89-4EE8-868D-130F3EF2D3DB}" destId="{E934268D-7689-4963-8145-DA4474AD0200}" srcOrd="0" destOrd="0" presId="urn:microsoft.com/office/officeart/2005/8/layout/orgChart1"/>
    <dgm:cxn modelId="{FBADA6B7-EDDD-4426-AADA-2798B697473C}" type="presParOf" srcId="{E934268D-7689-4963-8145-DA4474AD0200}" destId="{4C1D29F6-47EB-4917-8F63-5F430B1394F6}" srcOrd="0" destOrd="0" presId="urn:microsoft.com/office/officeart/2005/8/layout/orgChart1"/>
    <dgm:cxn modelId="{1BAEF30A-5EFC-4D49-910B-4E44B374695E}" type="presParOf" srcId="{E934268D-7689-4963-8145-DA4474AD0200}" destId="{2B7C1A4C-8C9C-46CD-AF67-1CCB4926F3D9}" srcOrd="1" destOrd="0" presId="urn:microsoft.com/office/officeart/2005/8/layout/orgChart1"/>
    <dgm:cxn modelId="{AFDD9D41-0E71-49CA-89E9-3313F9FDB62E}" type="presParOf" srcId="{998405BC-3E89-4EE8-868D-130F3EF2D3DB}" destId="{A7AE3CD5-A390-4CB6-951C-CAEFC8F233B0}" srcOrd="1" destOrd="0" presId="urn:microsoft.com/office/officeart/2005/8/layout/orgChart1"/>
    <dgm:cxn modelId="{90CB454C-3B7E-429E-985E-D1B672D83843}" type="presParOf" srcId="{998405BC-3E89-4EE8-868D-130F3EF2D3DB}" destId="{AD5B74D9-5A33-46FD-80C7-F85811490560}" srcOrd="2" destOrd="0" presId="urn:microsoft.com/office/officeart/2005/8/layout/orgChart1"/>
    <dgm:cxn modelId="{BA3A2244-D00A-4C25-A4F6-875EBD48D14F}" type="presParOf" srcId="{0AC4C786-ED26-4C6A-908C-855D7B7B10C2}" destId="{74E580A9-B0A2-41F4-BDE7-3D528488C8DD}" srcOrd="82" destOrd="0" presId="urn:microsoft.com/office/officeart/2005/8/layout/orgChart1"/>
    <dgm:cxn modelId="{7DF25ED0-FB75-483E-A446-FFBAF2EA07D3}" type="presParOf" srcId="{74E580A9-B0A2-41F4-BDE7-3D528488C8DD}" destId="{3FE14B83-7198-48D2-BACA-E8649A7EEB3D}" srcOrd="0" destOrd="0" presId="urn:microsoft.com/office/officeart/2005/8/layout/orgChart1"/>
    <dgm:cxn modelId="{AE69809B-72BB-46CE-BD3B-5BAE06A2DB67}" type="presParOf" srcId="{3FE14B83-7198-48D2-BACA-E8649A7EEB3D}" destId="{E31E2CFB-96CF-4BBE-8BFA-995E74090023}" srcOrd="0" destOrd="0" presId="urn:microsoft.com/office/officeart/2005/8/layout/orgChart1"/>
    <dgm:cxn modelId="{6CD26D94-1EA3-43AE-B7DC-36F3961501E0}" type="presParOf" srcId="{3FE14B83-7198-48D2-BACA-E8649A7EEB3D}" destId="{9D71FE87-42AF-4DBC-B58A-E71EE55DFD27}" srcOrd="1" destOrd="0" presId="urn:microsoft.com/office/officeart/2005/8/layout/orgChart1"/>
    <dgm:cxn modelId="{4DB8BB37-4DF9-4AD1-828D-E6B2F05E0F56}" type="presParOf" srcId="{74E580A9-B0A2-41F4-BDE7-3D528488C8DD}" destId="{DC071304-27A2-4E1B-A02D-48DD9FA0E3C7}" srcOrd="1" destOrd="0" presId="urn:microsoft.com/office/officeart/2005/8/layout/orgChart1"/>
    <dgm:cxn modelId="{A2C4DE23-2F24-4185-8029-8303F0993F65}" type="presParOf" srcId="{74E580A9-B0A2-41F4-BDE7-3D528488C8DD}" destId="{38F75949-21D8-45E6-AEF1-EC68D3562D3A}" srcOrd="2" destOrd="0" presId="urn:microsoft.com/office/officeart/2005/8/layout/orgChart1"/>
    <dgm:cxn modelId="{957F04B5-8B24-46B4-AE5D-EDE67525E263}" type="presParOf" srcId="{0AC4C786-ED26-4C6A-908C-855D7B7B10C2}" destId="{1F5FDE1F-FE22-4A44-84FC-E20E48567E2B}" srcOrd="83" destOrd="0" presId="urn:microsoft.com/office/officeart/2005/8/layout/orgChart1"/>
    <dgm:cxn modelId="{3F637BB8-55F0-4650-B048-89D18959C178}" type="presParOf" srcId="{1F5FDE1F-FE22-4A44-84FC-E20E48567E2B}" destId="{0F251142-CE20-4C0A-9D7A-C3949C67A74C}" srcOrd="0" destOrd="0" presId="urn:microsoft.com/office/officeart/2005/8/layout/orgChart1"/>
    <dgm:cxn modelId="{46A66DF8-6893-488B-AF2D-9229F88B2541}" type="presParOf" srcId="{0F251142-CE20-4C0A-9D7A-C3949C67A74C}" destId="{CA944095-1481-4C56-91DE-2B702C8E9B9C}" srcOrd="0" destOrd="0" presId="urn:microsoft.com/office/officeart/2005/8/layout/orgChart1"/>
    <dgm:cxn modelId="{C67D1250-5A77-424C-AE07-50CBD5E8CF3B}" type="presParOf" srcId="{0F251142-CE20-4C0A-9D7A-C3949C67A74C}" destId="{CB746C26-06FB-406B-BEF5-083E22CAB091}" srcOrd="1" destOrd="0" presId="urn:microsoft.com/office/officeart/2005/8/layout/orgChart1"/>
    <dgm:cxn modelId="{A102FAC3-ACC5-4671-A3C3-1B54BC12BB98}" type="presParOf" srcId="{1F5FDE1F-FE22-4A44-84FC-E20E48567E2B}" destId="{75276017-6A62-4940-80B8-1F6EE52ED94E}" srcOrd="1" destOrd="0" presId="urn:microsoft.com/office/officeart/2005/8/layout/orgChart1"/>
    <dgm:cxn modelId="{30FB85C7-8B36-4E51-BA9E-D70F5FC62494}" type="presParOf" srcId="{1F5FDE1F-FE22-4A44-84FC-E20E48567E2B}" destId="{1488EA04-BB18-4EAC-834D-BA14C9D32473}" srcOrd="2" destOrd="0" presId="urn:microsoft.com/office/officeart/2005/8/layout/orgChart1"/>
    <dgm:cxn modelId="{3967FC35-CF58-4106-9970-A7E237566E3A}" type="presParOf" srcId="{0AC4C786-ED26-4C6A-908C-855D7B7B10C2}" destId="{16A0113D-4C32-40CA-B479-13E568497DE1}" srcOrd="84" destOrd="0" presId="urn:microsoft.com/office/officeart/2005/8/layout/orgChart1"/>
    <dgm:cxn modelId="{0D69EFD3-15FF-44F1-9A97-6A5A10B3B177}" type="presParOf" srcId="{16A0113D-4C32-40CA-B479-13E568497DE1}" destId="{D77C8781-6E23-4335-BBCA-8B5C362D750C}" srcOrd="0" destOrd="0" presId="urn:microsoft.com/office/officeart/2005/8/layout/orgChart1"/>
    <dgm:cxn modelId="{46CEC62B-FC10-4C85-8E64-8BF66634D85C}" type="presParOf" srcId="{D77C8781-6E23-4335-BBCA-8B5C362D750C}" destId="{36FE831C-08DF-4EA0-AA18-28764207F24E}" srcOrd="0" destOrd="0" presId="urn:microsoft.com/office/officeart/2005/8/layout/orgChart1"/>
    <dgm:cxn modelId="{F440155A-F3D7-4CE1-B8A4-52D6D90F8B02}" type="presParOf" srcId="{D77C8781-6E23-4335-BBCA-8B5C362D750C}" destId="{91711E49-5CA0-469C-896B-288FEDC528E0}" srcOrd="1" destOrd="0" presId="urn:microsoft.com/office/officeart/2005/8/layout/orgChart1"/>
    <dgm:cxn modelId="{29641E4C-F368-433A-AFA2-DEFA42EB6D46}" type="presParOf" srcId="{16A0113D-4C32-40CA-B479-13E568497DE1}" destId="{07B14A46-5693-4A92-874F-75D48911BECE}" srcOrd="1" destOrd="0" presId="urn:microsoft.com/office/officeart/2005/8/layout/orgChart1"/>
    <dgm:cxn modelId="{BDD7BCD1-0F2D-417C-BC7F-42CD3921F489}" type="presParOf" srcId="{16A0113D-4C32-40CA-B479-13E568497DE1}" destId="{4434E357-9E29-41D3-BC48-C1B0012B48AD}" srcOrd="2" destOrd="0" presId="urn:microsoft.com/office/officeart/2005/8/layout/orgChart1"/>
    <dgm:cxn modelId="{083BDD57-076F-4BFB-BF27-DE8F1AB41B76}" type="presParOf" srcId="{0AC4C786-ED26-4C6A-908C-855D7B7B10C2}" destId="{0ADD37E9-3052-41D4-99F9-B9D7A3A4DAF7}" srcOrd="85" destOrd="0" presId="urn:microsoft.com/office/officeart/2005/8/layout/orgChart1"/>
    <dgm:cxn modelId="{45BA6833-2083-4E63-864A-EA86CB92A044}" type="presParOf" srcId="{0ADD37E9-3052-41D4-99F9-B9D7A3A4DAF7}" destId="{B360A942-72F7-4AE5-9B43-1BD223D9A765}" srcOrd="0" destOrd="0" presId="urn:microsoft.com/office/officeart/2005/8/layout/orgChart1"/>
    <dgm:cxn modelId="{50AE9654-D517-457E-B644-57698BC9453E}" type="presParOf" srcId="{B360A942-72F7-4AE5-9B43-1BD223D9A765}" destId="{EEA65496-53B7-45A7-9A75-549FAD3927D1}" srcOrd="0" destOrd="0" presId="urn:microsoft.com/office/officeart/2005/8/layout/orgChart1"/>
    <dgm:cxn modelId="{C3A16D4B-5515-45CB-B691-CDF7EEB5AB1D}" type="presParOf" srcId="{B360A942-72F7-4AE5-9B43-1BD223D9A765}" destId="{2AD6710F-0B06-4B38-B78B-5EEDDE7CA990}" srcOrd="1" destOrd="0" presId="urn:microsoft.com/office/officeart/2005/8/layout/orgChart1"/>
    <dgm:cxn modelId="{6B358D41-1B27-4E73-B421-FE6B99FF619E}" type="presParOf" srcId="{0ADD37E9-3052-41D4-99F9-B9D7A3A4DAF7}" destId="{59B0402D-05F5-49B3-B2C0-082E7C27043B}" srcOrd="1" destOrd="0" presId="urn:microsoft.com/office/officeart/2005/8/layout/orgChart1"/>
    <dgm:cxn modelId="{1C6E6251-803B-4D77-9549-27B9CE6642E2}" type="presParOf" srcId="{0ADD37E9-3052-41D4-99F9-B9D7A3A4DAF7}" destId="{F543E3DE-8928-4F49-9AFA-CDD8EF81ACEE}" srcOrd="2" destOrd="0" presId="urn:microsoft.com/office/officeart/2005/8/layout/orgChart1"/>
    <dgm:cxn modelId="{75901161-FF8C-48F5-8441-43529FDA448A}" type="presParOf" srcId="{0AC4C786-ED26-4C6A-908C-855D7B7B10C2}" destId="{4B70FE6C-3A0A-4EC9-8697-01E5FE37A3BF}" srcOrd="86" destOrd="0" presId="urn:microsoft.com/office/officeart/2005/8/layout/orgChart1"/>
    <dgm:cxn modelId="{E42B1E47-3E83-4569-9406-B3BC244E8FD4}" type="presParOf" srcId="{4B70FE6C-3A0A-4EC9-8697-01E5FE37A3BF}" destId="{7FCB314D-82D2-4EDA-ABE8-B337BC2BD0CB}" srcOrd="0" destOrd="0" presId="urn:microsoft.com/office/officeart/2005/8/layout/orgChart1"/>
    <dgm:cxn modelId="{356AA4D5-FA89-43B2-BD8A-2BD5172F881F}" type="presParOf" srcId="{7FCB314D-82D2-4EDA-ABE8-B337BC2BD0CB}" destId="{DAAB4BAC-7024-4DD8-BB2D-1AC8451051FB}" srcOrd="0" destOrd="0" presId="urn:microsoft.com/office/officeart/2005/8/layout/orgChart1"/>
    <dgm:cxn modelId="{22847C2F-BC8C-4E98-81A0-BA0A99698B69}" type="presParOf" srcId="{7FCB314D-82D2-4EDA-ABE8-B337BC2BD0CB}" destId="{D719DC07-126C-49EA-AFB1-B95D26941EF3}" srcOrd="1" destOrd="0" presId="urn:microsoft.com/office/officeart/2005/8/layout/orgChart1"/>
    <dgm:cxn modelId="{1A00CE66-436B-48D2-BFFE-7D7F482BF7F0}" type="presParOf" srcId="{4B70FE6C-3A0A-4EC9-8697-01E5FE37A3BF}" destId="{B60CB46A-3FC6-4C63-9138-DE7581D643B9}" srcOrd="1" destOrd="0" presId="urn:microsoft.com/office/officeart/2005/8/layout/orgChart1"/>
    <dgm:cxn modelId="{529AD97E-4A6D-45C5-B8A3-A930DFC5AC7C}" type="presParOf" srcId="{4B70FE6C-3A0A-4EC9-8697-01E5FE37A3BF}" destId="{D2A036EF-A10F-4211-B07B-6F44FA3D8A8B}" srcOrd="2" destOrd="0" presId="urn:microsoft.com/office/officeart/2005/8/layout/orgChart1"/>
    <dgm:cxn modelId="{57327516-F164-44FB-BC53-955A5370A9F9}" type="presParOf" srcId="{0AC4C786-ED26-4C6A-908C-855D7B7B10C2}" destId="{B1059BC4-BF06-4392-9E86-753A08CB5EC6}" srcOrd="87" destOrd="0" presId="urn:microsoft.com/office/officeart/2005/8/layout/orgChart1"/>
    <dgm:cxn modelId="{E0F67C18-6C8B-416E-BBB0-7261B2D41B8F}" type="presParOf" srcId="{B1059BC4-BF06-4392-9E86-753A08CB5EC6}" destId="{91F92938-748A-4DD5-A414-CFC9E269FC2D}" srcOrd="0" destOrd="0" presId="urn:microsoft.com/office/officeart/2005/8/layout/orgChart1"/>
    <dgm:cxn modelId="{AFF07AE6-26EC-4A88-9032-FEA6E964BA7E}" type="presParOf" srcId="{91F92938-748A-4DD5-A414-CFC9E269FC2D}" destId="{E0A6413E-321C-4214-BDF7-FF613051E547}" srcOrd="0" destOrd="0" presId="urn:microsoft.com/office/officeart/2005/8/layout/orgChart1"/>
    <dgm:cxn modelId="{64E0FF51-7C6A-4DF5-BAC2-0B1556418C66}" type="presParOf" srcId="{91F92938-748A-4DD5-A414-CFC9E269FC2D}" destId="{DB9E7AA4-0F5E-4FD2-AE80-ED468FEB3C3C}" srcOrd="1" destOrd="0" presId="urn:microsoft.com/office/officeart/2005/8/layout/orgChart1"/>
    <dgm:cxn modelId="{F82609CB-C02B-4860-9AE5-75DE68F946BC}" type="presParOf" srcId="{B1059BC4-BF06-4392-9E86-753A08CB5EC6}" destId="{99728598-275D-4146-B91E-82E032607138}" srcOrd="1" destOrd="0" presId="urn:microsoft.com/office/officeart/2005/8/layout/orgChart1"/>
    <dgm:cxn modelId="{BB48E8F1-57D5-4E14-861D-0A0C4D513092}" type="presParOf" srcId="{B1059BC4-BF06-4392-9E86-753A08CB5EC6}" destId="{D81EF00D-48E9-4CDF-84C8-BE7822B6946E}" srcOrd="2" destOrd="0" presId="urn:microsoft.com/office/officeart/2005/8/layout/orgChart1"/>
    <dgm:cxn modelId="{69E006F3-335C-4400-BE14-C958469E5ACD}" type="presParOf" srcId="{0AC4C786-ED26-4C6A-908C-855D7B7B10C2}" destId="{C55370D6-3A40-4259-899D-B586136EEDFB}" srcOrd="88" destOrd="0" presId="urn:microsoft.com/office/officeart/2005/8/layout/orgChart1"/>
    <dgm:cxn modelId="{2E1F9CE4-3A66-4C2A-A1C9-E5F2D1B7D1A8}" type="presParOf" srcId="{C55370D6-3A40-4259-899D-B586136EEDFB}" destId="{A28280C6-588C-4E84-8852-4ABDFE499ECD}" srcOrd="0" destOrd="0" presId="urn:microsoft.com/office/officeart/2005/8/layout/orgChart1"/>
    <dgm:cxn modelId="{37E47B28-4781-45CD-ADFB-83119C2B6F72}" type="presParOf" srcId="{A28280C6-588C-4E84-8852-4ABDFE499ECD}" destId="{ABE3E90C-3AA7-4F7A-AE69-A24FABEB8A6A}" srcOrd="0" destOrd="0" presId="urn:microsoft.com/office/officeart/2005/8/layout/orgChart1"/>
    <dgm:cxn modelId="{6CF8819D-7AC0-47D4-B8FD-89DBB3DBD493}" type="presParOf" srcId="{A28280C6-588C-4E84-8852-4ABDFE499ECD}" destId="{65711EF3-DB0F-4FF7-9706-BE02B961E950}" srcOrd="1" destOrd="0" presId="urn:microsoft.com/office/officeart/2005/8/layout/orgChart1"/>
    <dgm:cxn modelId="{39F7A450-67FA-439D-9325-438426F26615}" type="presParOf" srcId="{C55370D6-3A40-4259-899D-B586136EEDFB}" destId="{B9C42BC6-21FB-48B4-832B-E6C795D3B98D}" srcOrd="1" destOrd="0" presId="urn:microsoft.com/office/officeart/2005/8/layout/orgChart1"/>
    <dgm:cxn modelId="{77978546-D330-40FE-87A5-9ED0086F83DA}" type="presParOf" srcId="{C55370D6-3A40-4259-899D-B586136EEDFB}" destId="{9E3CC6CB-69D3-4BA8-B41B-4385C801836F}" srcOrd="2" destOrd="0" presId="urn:microsoft.com/office/officeart/2005/8/layout/orgChart1"/>
    <dgm:cxn modelId="{BD688220-8914-4F31-9C3D-C061D137BE8A}" type="presParOf" srcId="{0AC4C786-ED26-4C6A-908C-855D7B7B10C2}" destId="{0108F177-A541-45B5-8850-8309CD5CF875}" srcOrd="89" destOrd="0" presId="urn:microsoft.com/office/officeart/2005/8/layout/orgChart1"/>
    <dgm:cxn modelId="{CA3960A7-2D78-43B9-93F9-4FFE79385937}" type="presParOf" srcId="{0108F177-A541-45B5-8850-8309CD5CF875}" destId="{2DCCFCE9-B1B6-47CF-B16F-BFDE9EC439E1}" srcOrd="0" destOrd="0" presId="urn:microsoft.com/office/officeart/2005/8/layout/orgChart1"/>
    <dgm:cxn modelId="{E0DE2394-6866-45B4-9196-58EC42698583}" type="presParOf" srcId="{2DCCFCE9-B1B6-47CF-B16F-BFDE9EC439E1}" destId="{8ADC61B0-B3A7-4EA3-897D-9C022C9F50C2}" srcOrd="0" destOrd="0" presId="urn:microsoft.com/office/officeart/2005/8/layout/orgChart1"/>
    <dgm:cxn modelId="{70071238-C168-4A5B-B451-423D58F057EA}" type="presParOf" srcId="{2DCCFCE9-B1B6-47CF-B16F-BFDE9EC439E1}" destId="{BBD3276B-0428-4A61-B55E-3001B97EB798}" srcOrd="1" destOrd="0" presId="urn:microsoft.com/office/officeart/2005/8/layout/orgChart1"/>
    <dgm:cxn modelId="{B88ED263-51EC-412F-B4DE-BE818564691E}" type="presParOf" srcId="{0108F177-A541-45B5-8850-8309CD5CF875}" destId="{D1D28E71-F6A1-436D-ADC5-C55C8A30DCB0}" srcOrd="1" destOrd="0" presId="urn:microsoft.com/office/officeart/2005/8/layout/orgChart1"/>
    <dgm:cxn modelId="{F76AEEBC-9B7E-462C-90DE-B1D4F0DCE753}" type="presParOf" srcId="{0108F177-A541-45B5-8850-8309CD5CF875}" destId="{30F04C18-4896-485D-976D-C61D6DD4F6B7}" srcOrd="2" destOrd="0" presId="urn:microsoft.com/office/officeart/2005/8/layout/orgChart1"/>
    <dgm:cxn modelId="{E555C7B4-45B9-4CF8-AF95-E7CEB86C3725}" type="presParOf" srcId="{0AC4C786-ED26-4C6A-908C-855D7B7B10C2}" destId="{2D6C51BB-E74D-4850-8BC8-E1B61378EF73}" srcOrd="90" destOrd="0" presId="urn:microsoft.com/office/officeart/2005/8/layout/orgChart1"/>
    <dgm:cxn modelId="{EE98AA71-EA1F-4B47-B598-61219452F6AD}" type="presParOf" srcId="{2D6C51BB-E74D-4850-8BC8-E1B61378EF73}" destId="{FD05124E-79E3-49EC-8A04-61AE31CF95B2}" srcOrd="0" destOrd="0" presId="urn:microsoft.com/office/officeart/2005/8/layout/orgChart1"/>
    <dgm:cxn modelId="{F2B1A51E-3CA5-4B87-B372-A6444FCCBD20}" type="presParOf" srcId="{FD05124E-79E3-49EC-8A04-61AE31CF95B2}" destId="{02A79B9D-0262-43DB-8C7F-F8294077002A}" srcOrd="0" destOrd="0" presId="urn:microsoft.com/office/officeart/2005/8/layout/orgChart1"/>
    <dgm:cxn modelId="{5A1F5FA4-F555-4B9D-8BAE-F6F20C537CA2}" type="presParOf" srcId="{FD05124E-79E3-49EC-8A04-61AE31CF95B2}" destId="{EC42351A-BBF5-4BD5-928D-F898091D495E}" srcOrd="1" destOrd="0" presId="urn:microsoft.com/office/officeart/2005/8/layout/orgChart1"/>
    <dgm:cxn modelId="{9C7812FC-7EAB-4066-9094-ABC2C0EC81AE}" type="presParOf" srcId="{2D6C51BB-E74D-4850-8BC8-E1B61378EF73}" destId="{0D1D78BA-9630-471A-BE92-FEABA4449DD7}" srcOrd="1" destOrd="0" presId="urn:microsoft.com/office/officeart/2005/8/layout/orgChart1"/>
    <dgm:cxn modelId="{97D3FCEA-185C-4C3C-8880-C43BEC3A3868}" type="presParOf" srcId="{2D6C51BB-E74D-4850-8BC8-E1B61378EF73}" destId="{0AA42844-500C-4B92-8FF3-5EFEBBC8E111}" srcOrd="2" destOrd="0" presId="urn:microsoft.com/office/officeart/2005/8/layout/orgChart1"/>
    <dgm:cxn modelId="{C9A4277C-FC07-4A49-B43E-CCA32DEF2EAD}" type="presParOf" srcId="{0AC4C786-ED26-4C6A-908C-855D7B7B10C2}" destId="{8B3DD031-9469-43C9-BCA3-744E31064078}" srcOrd="91" destOrd="0" presId="urn:microsoft.com/office/officeart/2005/8/layout/orgChart1"/>
    <dgm:cxn modelId="{E8BB5D34-B7D9-4929-86AE-C1B8E712872A}" type="presParOf" srcId="{8B3DD031-9469-43C9-BCA3-744E31064078}" destId="{34D5FD72-D3B9-42DF-9610-6A159C8734AC}" srcOrd="0" destOrd="0" presId="urn:microsoft.com/office/officeart/2005/8/layout/orgChart1"/>
    <dgm:cxn modelId="{286D228B-E8B5-47CA-9E60-65D88F78029D}" type="presParOf" srcId="{34D5FD72-D3B9-42DF-9610-6A159C8734AC}" destId="{E0B4B164-8F67-4BDD-A919-172157D65FDB}" srcOrd="0" destOrd="0" presId="urn:microsoft.com/office/officeart/2005/8/layout/orgChart1"/>
    <dgm:cxn modelId="{F7A71605-4786-4332-9A35-AC43ACE33F3A}" type="presParOf" srcId="{34D5FD72-D3B9-42DF-9610-6A159C8734AC}" destId="{994FD4D9-2BFA-4D5B-AB7E-7B8055DD511F}" srcOrd="1" destOrd="0" presId="urn:microsoft.com/office/officeart/2005/8/layout/orgChart1"/>
    <dgm:cxn modelId="{2F27E79A-B317-4A25-966B-BCB02163BA59}" type="presParOf" srcId="{8B3DD031-9469-43C9-BCA3-744E31064078}" destId="{824EDF4C-F632-4814-9014-600ACBB15EA5}" srcOrd="1" destOrd="0" presId="urn:microsoft.com/office/officeart/2005/8/layout/orgChart1"/>
    <dgm:cxn modelId="{8EE2D4D5-1AD0-4293-97E5-B6EDE874B856}" type="presParOf" srcId="{8B3DD031-9469-43C9-BCA3-744E31064078}" destId="{941D391F-EE2B-46E7-BE7B-9A1B2F6150D7}" srcOrd="2" destOrd="0" presId="urn:microsoft.com/office/officeart/2005/8/layout/orgChart1"/>
    <dgm:cxn modelId="{722A1A12-CBEB-48A8-8CA0-9BF8104DF53F}" type="presParOf" srcId="{0AC4C786-ED26-4C6A-908C-855D7B7B10C2}" destId="{BB2860B0-D3E5-4B43-A1F1-0CB9FB9B0B2B}" srcOrd="92" destOrd="0" presId="urn:microsoft.com/office/officeart/2005/8/layout/orgChart1"/>
    <dgm:cxn modelId="{616E6480-4638-4E9A-A390-E705EF6263B3}" type="presParOf" srcId="{BB2860B0-D3E5-4B43-A1F1-0CB9FB9B0B2B}" destId="{E520AF3B-E1C9-463F-8232-A283B6FD2A33}" srcOrd="0" destOrd="0" presId="urn:microsoft.com/office/officeart/2005/8/layout/orgChart1"/>
    <dgm:cxn modelId="{A40E307C-8651-4A23-9786-CACE4D23A524}" type="presParOf" srcId="{E520AF3B-E1C9-463F-8232-A283B6FD2A33}" destId="{866617BF-7C18-4887-A381-E9EBD05A2DAD}" srcOrd="0" destOrd="0" presId="urn:microsoft.com/office/officeart/2005/8/layout/orgChart1"/>
    <dgm:cxn modelId="{5F2DB535-267A-4C8A-855A-FA4D7B218578}" type="presParOf" srcId="{E520AF3B-E1C9-463F-8232-A283B6FD2A33}" destId="{A3A141E2-5F1D-46DC-8036-3BCEEE27DE86}" srcOrd="1" destOrd="0" presId="urn:microsoft.com/office/officeart/2005/8/layout/orgChart1"/>
    <dgm:cxn modelId="{344786C6-C61C-4CBE-B9B8-2C0EBB715E5A}" type="presParOf" srcId="{BB2860B0-D3E5-4B43-A1F1-0CB9FB9B0B2B}" destId="{D3EBFB9B-80B0-41A3-B806-34C5AE87AEA0}" srcOrd="1" destOrd="0" presId="urn:microsoft.com/office/officeart/2005/8/layout/orgChart1"/>
    <dgm:cxn modelId="{500C7263-FF8B-452E-9FBD-F8076AB88306}" type="presParOf" srcId="{BB2860B0-D3E5-4B43-A1F1-0CB9FB9B0B2B}" destId="{4C3C32D9-FD18-4B79-9CB8-B63B6AF3BCDF}" srcOrd="2" destOrd="0" presId="urn:microsoft.com/office/officeart/2005/8/layout/orgChart1"/>
    <dgm:cxn modelId="{0F210602-0A3B-4BD9-AC60-BE69E47695C4}" type="presParOf" srcId="{0AC4C786-ED26-4C6A-908C-855D7B7B10C2}" destId="{3A017614-01D1-463C-B3C7-FED7B63132B5}" srcOrd="93" destOrd="0" presId="urn:microsoft.com/office/officeart/2005/8/layout/orgChart1"/>
    <dgm:cxn modelId="{040C4C89-E2B8-483A-936C-81030C3EAF21}" type="presParOf" srcId="{3A017614-01D1-463C-B3C7-FED7B63132B5}" destId="{2072A96F-994B-4C43-A207-76A2EA2A95CC}" srcOrd="0" destOrd="0" presId="urn:microsoft.com/office/officeart/2005/8/layout/orgChart1"/>
    <dgm:cxn modelId="{435CEFAB-6B38-4E0C-825D-D9BBCB0579C3}" type="presParOf" srcId="{2072A96F-994B-4C43-A207-76A2EA2A95CC}" destId="{6CD55455-027E-4947-9900-A27A316D4321}" srcOrd="0" destOrd="0" presId="urn:microsoft.com/office/officeart/2005/8/layout/orgChart1"/>
    <dgm:cxn modelId="{FCF5CA86-8488-4318-963F-39911EDF526C}" type="presParOf" srcId="{2072A96F-994B-4C43-A207-76A2EA2A95CC}" destId="{6AFD56EB-BAB5-4F78-AF61-BC6286E3375D}" srcOrd="1" destOrd="0" presId="urn:microsoft.com/office/officeart/2005/8/layout/orgChart1"/>
    <dgm:cxn modelId="{EF94880D-BC7D-47D1-BEB5-C32F19286FAD}" type="presParOf" srcId="{3A017614-01D1-463C-B3C7-FED7B63132B5}" destId="{42EF5FD7-1AD2-484B-B16D-B4C5968CE23E}" srcOrd="1" destOrd="0" presId="urn:microsoft.com/office/officeart/2005/8/layout/orgChart1"/>
    <dgm:cxn modelId="{786227B5-46D2-4192-A6A3-B107CF63B6D9}" type="presParOf" srcId="{3A017614-01D1-463C-B3C7-FED7B63132B5}" destId="{184B3296-3214-47A2-95D5-6774C25DAB32}" srcOrd="2" destOrd="0" presId="urn:microsoft.com/office/officeart/2005/8/layout/orgChart1"/>
    <dgm:cxn modelId="{2D31100A-D9B8-44C2-A1A7-ABB265072C55}" type="presParOf" srcId="{0AC4C786-ED26-4C6A-908C-855D7B7B10C2}" destId="{EAAD27CE-1203-454F-A13C-4A4068B300F5}" srcOrd="94" destOrd="0" presId="urn:microsoft.com/office/officeart/2005/8/layout/orgChart1"/>
    <dgm:cxn modelId="{5C6FEA58-C0A5-44AA-A85F-617752571E53}" type="presParOf" srcId="{EAAD27CE-1203-454F-A13C-4A4068B300F5}" destId="{AF226118-37C3-4322-8FD0-AB05395803C6}" srcOrd="0" destOrd="0" presId="urn:microsoft.com/office/officeart/2005/8/layout/orgChart1"/>
    <dgm:cxn modelId="{474F3569-5208-491C-A529-6296CE362910}" type="presParOf" srcId="{AF226118-37C3-4322-8FD0-AB05395803C6}" destId="{D6993667-08FB-4C89-8B69-15E930AED7F2}" srcOrd="0" destOrd="0" presId="urn:microsoft.com/office/officeart/2005/8/layout/orgChart1"/>
    <dgm:cxn modelId="{08AD5354-0BA8-4352-A999-289A1010E5FD}" type="presParOf" srcId="{AF226118-37C3-4322-8FD0-AB05395803C6}" destId="{8B709920-E579-4F2E-A93E-B9B7E6BC9B8E}" srcOrd="1" destOrd="0" presId="urn:microsoft.com/office/officeart/2005/8/layout/orgChart1"/>
    <dgm:cxn modelId="{C712EDCE-CC3F-490E-86AD-A3B904DCADF7}" type="presParOf" srcId="{EAAD27CE-1203-454F-A13C-4A4068B300F5}" destId="{99633A7E-D4B0-4ED3-AB89-CB90C83AE921}" srcOrd="1" destOrd="0" presId="urn:microsoft.com/office/officeart/2005/8/layout/orgChart1"/>
    <dgm:cxn modelId="{4DF0AB4B-6087-47EA-8F3D-604FE27CBEA9}" type="presParOf" srcId="{EAAD27CE-1203-454F-A13C-4A4068B300F5}" destId="{EC996BE9-6F95-4C01-959D-74F02A9E9E7B}" srcOrd="2" destOrd="0" presId="urn:microsoft.com/office/officeart/2005/8/layout/orgChart1"/>
    <dgm:cxn modelId="{F2B4FF2A-E9E7-46C2-8FC2-8827345135BC}" type="presParOf" srcId="{0AC4C786-ED26-4C6A-908C-855D7B7B10C2}" destId="{E4F4F5E1-7493-44C8-A2F6-6A2F0DC70FE5}" srcOrd="95" destOrd="0" presId="urn:microsoft.com/office/officeart/2005/8/layout/orgChart1"/>
    <dgm:cxn modelId="{C7FBA293-5848-4A54-92B0-97B6F10C628D}" type="presParOf" srcId="{E4F4F5E1-7493-44C8-A2F6-6A2F0DC70FE5}" destId="{DB047536-9A1A-4842-89BB-DB10839F987B}" srcOrd="0" destOrd="0" presId="urn:microsoft.com/office/officeart/2005/8/layout/orgChart1"/>
    <dgm:cxn modelId="{A7CDEB8D-6979-4395-9D5C-60A2A34AB5EE}" type="presParOf" srcId="{DB047536-9A1A-4842-89BB-DB10839F987B}" destId="{E950CAB7-EA49-4925-A46E-834058BFEB46}" srcOrd="0" destOrd="0" presId="urn:microsoft.com/office/officeart/2005/8/layout/orgChart1"/>
    <dgm:cxn modelId="{21252088-81F9-4006-B5F4-86CBE71C5852}" type="presParOf" srcId="{DB047536-9A1A-4842-89BB-DB10839F987B}" destId="{2917EA79-0C5E-4D54-9204-27F19CEB538F}" srcOrd="1" destOrd="0" presId="urn:microsoft.com/office/officeart/2005/8/layout/orgChart1"/>
    <dgm:cxn modelId="{5F7EED9C-4F09-4132-A24C-A64D4E55F568}" type="presParOf" srcId="{E4F4F5E1-7493-44C8-A2F6-6A2F0DC70FE5}" destId="{16D4E8A8-7968-4D73-9AC5-FF36C8AF7C81}" srcOrd="1" destOrd="0" presId="urn:microsoft.com/office/officeart/2005/8/layout/orgChart1"/>
    <dgm:cxn modelId="{9736D458-15C1-4E6D-B405-9BD083E88560}" type="presParOf" srcId="{E4F4F5E1-7493-44C8-A2F6-6A2F0DC70FE5}" destId="{6357C023-84F6-49E3-8712-81EA570DBF8E}" srcOrd="2" destOrd="0" presId="urn:microsoft.com/office/officeart/2005/8/layout/orgChart1"/>
    <dgm:cxn modelId="{96052732-0992-4021-8AD0-3BACDCC0B29D}" type="presParOf" srcId="{0AC4C786-ED26-4C6A-908C-855D7B7B10C2}" destId="{25F0E612-4D86-4702-8D8C-C6FD81ACD384}" srcOrd="96" destOrd="0" presId="urn:microsoft.com/office/officeart/2005/8/layout/orgChart1"/>
    <dgm:cxn modelId="{44B1043B-D957-49F5-BBB5-043F36CD51E8}" type="presParOf" srcId="{25F0E612-4D86-4702-8D8C-C6FD81ACD384}" destId="{67A7D010-95EF-476A-9ADF-B7B852116FE2}" srcOrd="0" destOrd="0" presId="urn:microsoft.com/office/officeart/2005/8/layout/orgChart1"/>
    <dgm:cxn modelId="{A51B2013-DB82-484C-93C7-EE740CA6C845}" type="presParOf" srcId="{67A7D010-95EF-476A-9ADF-B7B852116FE2}" destId="{C9BBFB41-B537-4BFB-997B-155F6C200BC0}" srcOrd="0" destOrd="0" presId="urn:microsoft.com/office/officeart/2005/8/layout/orgChart1"/>
    <dgm:cxn modelId="{75C7649E-4061-4E7A-8C47-3A2E62FE5F83}" type="presParOf" srcId="{67A7D010-95EF-476A-9ADF-B7B852116FE2}" destId="{928383EF-EB0C-4016-8502-C9690D04193F}" srcOrd="1" destOrd="0" presId="urn:microsoft.com/office/officeart/2005/8/layout/orgChart1"/>
    <dgm:cxn modelId="{BD6308EA-FEEA-42B2-96F8-7D5AF710A562}" type="presParOf" srcId="{25F0E612-4D86-4702-8D8C-C6FD81ACD384}" destId="{C20BA2B2-04B7-483F-8C45-106CB6304A58}" srcOrd="1" destOrd="0" presId="urn:microsoft.com/office/officeart/2005/8/layout/orgChart1"/>
    <dgm:cxn modelId="{016244D5-54AD-4C75-9C71-67BBEEE3D32D}" type="presParOf" srcId="{25F0E612-4D86-4702-8D8C-C6FD81ACD384}" destId="{16FDB1A6-67E5-48DC-A318-CCAF8BDBC400}" srcOrd="2" destOrd="0" presId="urn:microsoft.com/office/officeart/2005/8/layout/orgChart1"/>
    <dgm:cxn modelId="{96A21871-D7A4-4B30-99AE-B15CB4B4E3BD}" type="presParOf" srcId="{0AC4C786-ED26-4C6A-908C-855D7B7B10C2}" destId="{A43C1A3D-0560-4060-B89C-B82A0A596390}" srcOrd="97" destOrd="0" presId="urn:microsoft.com/office/officeart/2005/8/layout/orgChart1"/>
    <dgm:cxn modelId="{60FE33CE-E74A-4B8B-9455-A496311EA159}" type="presParOf" srcId="{A43C1A3D-0560-4060-B89C-B82A0A596390}" destId="{1BD01564-A53B-46F8-BA7E-EE83235856C3}" srcOrd="0" destOrd="0" presId="urn:microsoft.com/office/officeart/2005/8/layout/orgChart1"/>
    <dgm:cxn modelId="{07769E90-8FF7-4A8F-B042-711A7C8373B7}" type="presParOf" srcId="{1BD01564-A53B-46F8-BA7E-EE83235856C3}" destId="{411B2788-A72C-4D05-8103-012B3747918E}" srcOrd="0" destOrd="0" presId="urn:microsoft.com/office/officeart/2005/8/layout/orgChart1"/>
    <dgm:cxn modelId="{CCD140C0-EB6A-4113-9CCC-B5BD020921FD}" type="presParOf" srcId="{1BD01564-A53B-46F8-BA7E-EE83235856C3}" destId="{7E79BB14-85F9-4973-8F07-A31982EE0397}" srcOrd="1" destOrd="0" presId="urn:microsoft.com/office/officeart/2005/8/layout/orgChart1"/>
    <dgm:cxn modelId="{7D6E825D-2932-485C-A03D-5E41811A4E0C}" type="presParOf" srcId="{A43C1A3D-0560-4060-B89C-B82A0A596390}" destId="{90D9A958-B678-4155-ABA5-660543BD3B63}" srcOrd="1" destOrd="0" presId="urn:microsoft.com/office/officeart/2005/8/layout/orgChart1"/>
    <dgm:cxn modelId="{16C68665-6F5B-45C7-9C4E-165BC2951F35}" type="presParOf" srcId="{A43C1A3D-0560-4060-B89C-B82A0A596390}" destId="{6002CE4D-8B75-4A32-A4F4-62465AA204E4}" srcOrd="2" destOrd="0" presId="urn:microsoft.com/office/officeart/2005/8/layout/orgChart1"/>
    <dgm:cxn modelId="{E401C510-8DAE-49BE-9D59-930AA3CE2D2A}" type="presParOf" srcId="{0AC4C786-ED26-4C6A-908C-855D7B7B10C2}" destId="{B4660FFC-F921-4ACD-B65B-F6978B758EFA}" srcOrd="98" destOrd="0" presId="urn:microsoft.com/office/officeart/2005/8/layout/orgChart1"/>
    <dgm:cxn modelId="{6C8B334D-EF5C-4CEF-8EE5-0AD653E71E2F}" type="presParOf" srcId="{B4660FFC-F921-4ACD-B65B-F6978B758EFA}" destId="{00EE1ACA-25F8-4C23-99F8-2B4A28F9BB9E}" srcOrd="0" destOrd="0" presId="urn:microsoft.com/office/officeart/2005/8/layout/orgChart1"/>
    <dgm:cxn modelId="{95F68954-567A-493B-8A26-5F6E669BE539}" type="presParOf" srcId="{00EE1ACA-25F8-4C23-99F8-2B4A28F9BB9E}" destId="{3DEC3D8A-4AEA-427F-AE46-AC15D42EB55E}" srcOrd="0" destOrd="0" presId="urn:microsoft.com/office/officeart/2005/8/layout/orgChart1"/>
    <dgm:cxn modelId="{EDE781EB-18CE-45ED-9EB4-EF7BC78EDEB6}" type="presParOf" srcId="{00EE1ACA-25F8-4C23-99F8-2B4A28F9BB9E}" destId="{F4A811A2-C3EE-4599-99D9-088B315DF484}" srcOrd="1" destOrd="0" presId="urn:microsoft.com/office/officeart/2005/8/layout/orgChart1"/>
    <dgm:cxn modelId="{D63CC83D-110F-4ED1-A6EF-3B3BF174AA21}" type="presParOf" srcId="{B4660FFC-F921-4ACD-B65B-F6978B758EFA}" destId="{CACB4EAF-EDD5-48D3-889B-D0561ED0A056}" srcOrd="1" destOrd="0" presId="urn:microsoft.com/office/officeart/2005/8/layout/orgChart1"/>
    <dgm:cxn modelId="{5B62554E-6DA9-4585-BB43-A3F2747EA8FA}" type="presParOf" srcId="{B4660FFC-F921-4ACD-B65B-F6978B758EFA}" destId="{6ECD45B1-D1C5-4C1D-B566-4EF879222E48}" srcOrd="2" destOrd="0" presId="urn:microsoft.com/office/officeart/2005/8/layout/orgChart1"/>
    <dgm:cxn modelId="{10AFBEFD-E19D-4B4C-A44C-D6CA96C960C9}" type="presParOf" srcId="{0AC4C786-ED26-4C6A-908C-855D7B7B10C2}" destId="{B529593E-E0AA-46EA-B8F8-CC0E3237596C}" srcOrd="99" destOrd="0" presId="urn:microsoft.com/office/officeart/2005/8/layout/orgChart1"/>
    <dgm:cxn modelId="{B99A6551-E662-4446-8231-3420F0270626}" type="presParOf" srcId="{B529593E-E0AA-46EA-B8F8-CC0E3237596C}" destId="{EBD4AA45-8ED8-45FF-8CA7-7BC1580B0A94}" srcOrd="0" destOrd="0" presId="urn:microsoft.com/office/officeart/2005/8/layout/orgChart1"/>
    <dgm:cxn modelId="{A0C5C567-A667-44F3-9939-1F550D7259E9}" type="presParOf" srcId="{EBD4AA45-8ED8-45FF-8CA7-7BC1580B0A94}" destId="{A5B3995B-7E89-464B-8A65-8B573732792A}" srcOrd="0" destOrd="0" presId="urn:microsoft.com/office/officeart/2005/8/layout/orgChart1"/>
    <dgm:cxn modelId="{B9932AB2-0946-4B5E-8887-E96B5BF9B3D9}" type="presParOf" srcId="{EBD4AA45-8ED8-45FF-8CA7-7BC1580B0A94}" destId="{EF29CF07-871F-43EC-9F37-9FEE4881A288}" srcOrd="1" destOrd="0" presId="urn:microsoft.com/office/officeart/2005/8/layout/orgChart1"/>
    <dgm:cxn modelId="{F1BA878F-77B5-4E92-8802-CB0F63784B2A}" type="presParOf" srcId="{B529593E-E0AA-46EA-B8F8-CC0E3237596C}" destId="{BB9369DD-0708-476E-B084-C48D8DC7A37B}" srcOrd="1" destOrd="0" presId="urn:microsoft.com/office/officeart/2005/8/layout/orgChart1"/>
    <dgm:cxn modelId="{28885F9B-705C-4AF7-BC0F-2BDC156DDC04}" type="presParOf" srcId="{B529593E-E0AA-46EA-B8F8-CC0E3237596C}" destId="{A6F7F185-9553-441A-BAF2-F9320324155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EA3D7E-4A8F-4DA1-AA65-49C1836F585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E301B2A-1B5D-4CFC-98E1-249F53CD7A25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/>
            <a:t>🤖 Understands user questions in natural language.</a:t>
          </a:r>
        </a:p>
      </dgm:t>
    </dgm:pt>
    <dgm:pt modelId="{DFB4ED7A-F091-4807-8849-8C4576FD0588}" type="parTrans" cxnId="{79AA1206-0E5E-4C9B-BFB7-19BD668BEDF7}">
      <dgm:prSet/>
      <dgm:spPr/>
      <dgm:t>
        <a:bodyPr/>
        <a:lstStyle/>
        <a:p>
          <a:endParaRPr lang="en-IN"/>
        </a:p>
      </dgm:t>
    </dgm:pt>
    <dgm:pt modelId="{4B76033A-84BE-43C6-9181-53CFB3DB7457}" type="sibTrans" cxnId="{79AA1206-0E5E-4C9B-BFB7-19BD668BEDF7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IN"/>
        </a:p>
      </dgm:t>
    </dgm:pt>
    <dgm:pt modelId="{E0A18D83-5DE8-4779-A4FB-BC5BF9DC6CBC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🗄️ Analyses database schema and table relationships.</a:t>
          </a:r>
        </a:p>
      </dgm:t>
    </dgm:pt>
    <dgm:pt modelId="{E53AF9D3-9CAD-4819-A61F-B49CECC68F1D}" type="parTrans" cxnId="{7158A2D1-3595-442D-9AFC-BD75A962C8D0}">
      <dgm:prSet/>
      <dgm:spPr/>
      <dgm:t>
        <a:bodyPr/>
        <a:lstStyle/>
        <a:p>
          <a:endParaRPr lang="en-IN"/>
        </a:p>
      </dgm:t>
    </dgm:pt>
    <dgm:pt modelId="{9F4BBF7F-9CD4-4A20-9BE8-07143D44C71B}" type="sibTrans" cxnId="{7158A2D1-3595-442D-9AFC-BD75A962C8D0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IN"/>
        </a:p>
      </dgm:t>
    </dgm:pt>
    <dgm:pt modelId="{F66CF1ED-270B-446F-8A13-BD72F9CB4D56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📊 Assists in dashboard generation.</a:t>
          </a:r>
        </a:p>
      </dgm:t>
    </dgm:pt>
    <dgm:pt modelId="{88135663-75C6-4373-9557-ACA36D62D8DC}" type="parTrans" cxnId="{6D710E35-1F9C-4F02-8B9E-B359B468DC9D}">
      <dgm:prSet/>
      <dgm:spPr/>
      <dgm:t>
        <a:bodyPr/>
        <a:lstStyle/>
        <a:p>
          <a:endParaRPr lang="en-IN"/>
        </a:p>
      </dgm:t>
    </dgm:pt>
    <dgm:pt modelId="{FC831800-FC04-4CD6-B5DC-FF1421DCE184}" type="sibTrans" cxnId="{6D710E35-1F9C-4F02-8B9E-B359B468DC9D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IN"/>
        </a:p>
      </dgm:t>
    </dgm:pt>
    <dgm:pt modelId="{0B52BC09-9E2F-4276-B060-26F876C18CA3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🔍 Automatically retrieves and analyses business data.</a:t>
          </a:r>
        </a:p>
      </dgm:t>
    </dgm:pt>
    <dgm:pt modelId="{094388DF-030D-4D0D-860E-8064A79432D8}" type="parTrans" cxnId="{65B11580-50B7-4775-AC4A-5E04EBDC36C0}">
      <dgm:prSet/>
      <dgm:spPr/>
      <dgm:t>
        <a:bodyPr/>
        <a:lstStyle/>
        <a:p>
          <a:endParaRPr lang="en-IN"/>
        </a:p>
      </dgm:t>
    </dgm:pt>
    <dgm:pt modelId="{61A05BFD-786C-4B8F-9DE3-4CBC64413854}" type="sibTrans" cxnId="{65B11580-50B7-4775-AC4A-5E04EBDC36C0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IN"/>
        </a:p>
      </dgm:t>
    </dgm:pt>
    <dgm:pt modelId="{C19FE1D6-8198-475F-AC59-5F0BCCCA162A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📈 Generates meaningful business insights.</a:t>
          </a:r>
        </a:p>
      </dgm:t>
    </dgm:pt>
    <dgm:pt modelId="{E9D3C2C1-4E01-4B81-B2F2-C419B7D1D0CA}" type="parTrans" cxnId="{1D2503CD-6FDB-42FC-AD66-1CFCD82073F4}">
      <dgm:prSet/>
      <dgm:spPr/>
      <dgm:t>
        <a:bodyPr/>
        <a:lstStyle/>
        <a:p>
          <a:endParaRPr lang="en-IN"/>
        </a:p>
      </dgm:t>
    </dgm:pt>
    <dgm:pt modelId="{DED9A1CB-2F50-4356-A930-6C746F8AE575}" type="sibTrans" cxnId="{1D2503CD-6FDB-42FC-AD66-1CFCD82073F4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IN"/>
        </a:p>
      </dgm:t>
    </dgm:pt>
    <dgm:pt modelId="{079D3CCA-1D93-460E-A66C-12959902655A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🌐 Produces interactive HTML dashboards for users.</a:t>
          </a:r>
        </a:p>
      </dgm:t>
    </dgm:pt>
    <dgm:pt modelId="{0902B469-4ADC-43BA-A35D-ADDB60B15585}" type="parTrans" cxnId="{5BFBE690-5755-452C-A28D-4D736E58CC21}">
      <dgm:prSet/>
      <dgm:spPr/>
      <dgm:t>
        <a:bodyPr/>
        <a:lstStyle/>
        <a:p>
          <a:endParaRPr lang="en-IN"/>
        </a:p>
      </dgm:t>
    </dgm:pt>
    <dgm:pt modelId="{403A3ACF-5243-4C60-A9A9-0946B2E63ACC}" type="sibTrans" cxnId="{5BFBE690-5755-452C-A28D-4D736E58CC21}">
      <dgm:prSet/>
      <dgm:spPr/>
      <dgm:t>
        <a:bodyPr/>
        <a:lstStyle/>
        <a:p>
          <a:endParaRPr lang="en-IN"/>
        </a:p>
      </dgm:t>
    </dgm:pt>
    <dgm:pt modelId="{06D51091-06CB-4952-A258-4667E11E9A0B}" type="pres">
      <dgm:prSet presAssocID="{73EA3D7E-4A8F-4DA1-AA65-49C1836F585E}" presName="diagram" presStyleCnt="0">
        <dgm:presLayoutVars>
          <dgm:dir/>
          <dgm:resizeHandles val="exact"/>
        </dgm:presLayoutVars>
      </dgm:prSet>
      <dgm:spPr/>
    </dgm:pt>
    <dgm:pt modelId="{162EA1FF-FC70-4158-8494-C91398BE6107}" type="pres">
      <dgm:prSet presAssocID="{BE301B2A-1B5D-4CFC-98E1-249F53CD7A25}" presName="node" presStyleLbl="node1" presStyleIdx="0" presStyleCnt="6">
        <dgm:presLayoutVars>
          <dgm:bulletEnabled val="1"/>
        </dgm:presLayoutVars>
      </dgm:prSet>
      <dgm:spPr/>
    </dgm:pt>
    <dgm:pt modelId="{2AF7F4F8-353B-437A-A7A4-234398F7DBEE}" type="pres">
      <dgm:prSet presAssocID="{4B76033A-84BE-43C6-9181-53CFB3DB7457}" presName="sibTrans" presStyleLbl="sibTrans2D1" presStyleIdx="0" presStyleCnt="5"/>
      <dgm:spPr/>
    </dgm:pt>
    <dgm:pt modelId="{A80612B4-5811-4D01-A34E-19349E52C241}" type="pres">
      <dgm:prSet presAssocID="{4B76033A-84BE-43C6-9181-53CFB3DB7457}" presName="connectorText" presStyleLbl="sibTrans2D1" presStyleIdx="0" presStyleCnt="5"/>
      <dgm:spPr/>
    </dgm:pt>
    <dgm:pt modelId="{61AC0DD9-5C40-431A-8120-E13BACCD32D1}" type="pres">
      <dgm:prSet presAssocID="{E0A18D83-5DE8-4779-A4FB-BC5BF9DC6CBC}" presName="node" presStyleLbl="node1" presStyleIdx="1" presStyleCnt="6">
        <dgm:presLayoutVars>
          <dgm:bulletEnabled val="1"/>
        </dgm:presLayoutVars>
      </dgm:prSet>
      <dgm:spPr/>
    </dgm:pt>
    <dgm:pt modelId="{8B81D16D-64A5-4A0E-B335-DB7D9454F737}" type="pres">
      <dgm:prSet presAssocID="{9F4BBF7F-9CD4-4A20-9BE8-07143D44C71B}" presName="sibTrans" presStyleLbl="sibTrans2D1" presStyleIdx="1" presStyleCnt="5"/>
      <dgm:spPr/>
    </dgm:pt>
    <dgm:pt modelId="{2944AD26-478E-4458-A7F6-F2B93E613035}" type="pres">
      <dgm:prSet presAssocID="{9F4BBF7F-9CD4-4A20-9BE8-07143D44C71B}" presName="connectorText" presStyleLbl="sibTrans2D1" presStyleIdx="1" presStyleCnt="5"/>
      <dgm:spPr/>
    </dgm:pt>
    <dgm:pt modelId="{6DB7D5B6-4637-4119-A218-E96A9420787A}" type="pres">
      <dgm:prSet presAssocID="{F66CF1ED-270B-446F-8A13-BD72F9CB4D56}" presName="node" presStyleLbl="node1" presStyleIdx="2" presStyleCnt="6">
        <dgm:presLayoutVars>
          <dgm:bulletEnabled val="1"/>
        </dgm:presLayoutVars>
      </dgm:prSet>
      <dgm:spPr/>
    </dgm:pt>
    <dgm:pt modelId="{76213BF7-514C-4FDB-AC56-784AE18431F7}" type="pres">
      <dgm:prSet presAssocID="{FC831800-FC04-4CD6-B5DC-FF1421DCE184}" presName="sibTrans" presStyleLbl="sibTrans2D1" presStyleIdx="2" presStyleCnt="5"/>
      <dgm:spPr/>
    </dgm:pt>
    <dgm:pt modelId="{9C7CD24F-8810-4065-9184-E077740EC466}" type="pres">
      <dgm:prSet presAssocID="{FC831800-FC04-4CD6-B5DC-FF1421DCE184}" presName="connectorText" presStyleLbl="sibTrans2D1" presStyleIdx="2" presStyleCnt="5"/>
      <dgm:spPr/>
    </dgm:pt>
    <dgm:pt modelId="{1AB5DF82-E2E8-45F0-B5B0-1105077448AC}" type="pres">
      <dgm:prSet presAssocID="{0B52BC09-9E2F-4276-B060-26F876C18CA3}" presName="node" presStyleLbl="node1" presStyleIdx="3" presStyleCnt="6">
        <dgm:presLayoutVars>
          <dgm:bulletEnabled val="1"/>
        </dgm:presLayoutVars>
      </dgm:prSet>
      <dgm:spPr/>
    </dgm:pt>
    <dgm:pt modelId="{5189FF38-D510-4D7C-AA01-9FD478644624}" type="pres">
      <dgm:prSet presAssocID="{61A05BFD-786C-4B8F-9DE3-4CBC64413854}" presName="sibTrans" presStyleLbl="sibTrans2D1" presStyleIdx="3" presStyleCnt="5"/>
      <dgm:spPr/>
    </dgm:pt>
    <dgm:pt modelId="{BE635306-F79A-4A52-B710-319340E8052E}" type="pres">
      <dgm:prSet presAssocID="{61A05BFD-786C-4B8F-9DE3-4CBC64413854}" presName="connectorText" presStyleLbl="sibTrans2D1" presStyleIdx="3" presStyleCnt="5"/>
      <dgm:spPr/>
    </dgm:pt>
    <dgm:pt modelId="{FBC6C093-859D-4628-A880-CF3E5DF46D1B}" type="pres">
      <dgm:prSet presAssocID="{C19FE1D6-8198-475F-AC59-5F0BCCCA162A}" presName="node" presStyleLbl="node1" presStyleIdx="4" presStyleCnt="6">
        <dgm:presLayoutVars>
          <dgm:bulletEnabled val="1"/>
        </dgm:presLayoutVars>
      </dgm:prSet>
      <dgm:spPr/>
    </dgm:pt>
    <dgm:pt modelId="{A2E58DDA-0118-49D2-9345-8F82DD94A2F6}" type="pres">
      <dgm:prSet presAssocID="{DED9A1CB-2F50-4356-A930-6C746F8AE575}" presName="sibTrans" presStyleLbl="sibTrans2D1" presStyleIdx="4" presStyleCnt="5"/>
      <dgm:spPr/>
    </dgm:pt>
    <dgm:pt modelId="{6B3D52B7-70C4-4238-8E7A-D9A9E10D88E0}" type="pres">
      <dgm:prSet presAssocID="{DED9A1CB-2F50-4356-A930-6C746F8AE575}" presName="connectorText" presStyleLbl="sibTrans2D1" presStyleIdx="4" presStyleCnt="5"/>
      <dgm:spPr/>
    </dgm:pt>
    <dgm:pt modelId="{4C560265-88AC-45D5-9DAD-92ADC96B8BEE}" type="pres">
      <dgm:prSet presAssocID="{079D3CCA-1D93-460E-A66C-12959902655A}" presName="node" presStyleLbl="node1" presStyleIdx="5" presStyleCnt="6">
        <dgm:presLayoutVars>
          <dgm:bulletEnabled val="1"/>
        </dgm:presLayoutVars>
      </dgm:prSet>
      <dgm:spPr/>
    </dgm:pt>
  </dgm:ptLst>
  <dgm:cxnLst>
    <dgm:cxn modelId="{79AA1206-0E5E-4C9B-BFB7-19BD668BEDF7}" srcId="{73EA3D7E-4A8F-4DA1-AA65-49C1836F585E}" destId="{BE301B2A-1B5D-4CFC-98E1-249F53CD7A25}" srcOrd="0" destOrd="0" parTransId="{DFB4ED7A-F091-4807-8849-8C4576FD0588}" sibTransId="{4B76033A-84BE-43C6-9181-53CFB3DB7457}"/>
    <dgm:cxn modelId="{6C138E12-C8E6-4798-8678-68F4616ED633}" type="presOf" srcId="{FC831800-FC04-4CD6-B5DC-FF1421DCE184}" destId="{9C7CD24F-8810-4065-9184-E077740EC466}" srcOrd="1" destOrd="0" presId="urn:microsoft.com/office/officeart/2005/8/layout/process5"/>
    <dgm:cxn modelId="{7499C21F-7119-408C-8D34-21AC2E3E17D7}" type="presOf" srcId="{C19FE1D6-8198-475F-AC59-5F0BCCCA162A}" destId="{FBC6C093-859D-4628-A880-CF3E5DF46D1B}" srcOrd="0" destOrd="0" presId="urn:microsoft.com/office/officeart/2005/8/layout/process5"/>
    <dgm:cxn modelId="{6D710E35-1F9C-4F02-8B9E-B359B468DC9D}" srcId="{73EA3D7E-4A8F-4DA1-AA65-49C1836F585E}" destId="{F66CF1ED-270B-446F-8A13-BD72F9CB4D56}" srcOrd="2" destOrd="0" parTransId="{88135663-75C6-4373-9557-ACA36D62D8DC}" sibTransId="{FC831800-FC04-4CD6-B5DC-FF1421DCE184}"/>
    <dgm:cxn modelId="{192D7E5C-85A8-4A00-9803-86C7409E6230}" type="presOf" srcId="{9F4BBF7F-9CD4-4A20-9BE8-07143D44C71B}" destId="{8B81D16D-64A5-4A0E-B335-DB7D9454F737}" srcOrd="0" destOrd="0" presId="urn:microsoft.com/office/officeart/2005/8/layout/process5"/>
    <dgm:cxn modelId="{0800645D-EDE2-4069-9494-18407FBACC89}" type="presOf" srcId="{E0A18D83-5DE8-4779-A4FB-BC5BF9DC6CBC}" destId="{61AC0DD9-5C40-431A-8120-E13BACCD32D1}" srcOrd="0" destOrd="0" presId="urn:microsoft.com/office/officeart/2005/8/layout/process5"/>
    <dgm:cxn modelId="{230FC861-C1A7-42BD-A355-0AC91E81D29E}" type="presOf" srcId="{4B76033A-84BE-43C6-9181-53CFB3DB7457}" destId="{A80612B4-5811-4D01-A34E-19349E52C241}" srcOrd="1" destOrd="0" presId="urn:microsoft.com/office/officeart/2005/8/layout/process5"/>
    <dgm:cxn modelId="{7C94A94F-B918-449D-951A-20486B311D22}" type="presOf" srcId="{F66CF1ED-270B-446F-8A13-BD72F9CB4D56}" destId="{6DB7D5B6-4637-4119-A218-E96A9420787A}" srcOrd="0" destOrd="0" presId="urn:microsoft.com/office/officeart/2005/8/layout/process5"/>
    <dgm:cxn modelId="{028B607A-D1C0-429D-9035-D454D481C461}" type="presOf" srcId="{DED9A1CB-2F50-4356-A930-6C746F8AE575}" destId="{A2E58DDA-0118-49D2-9345-8F82DD94A2F6}" srcOrd="0" destOrd="0" presId="urn:microsoft.com/office/officeart/2005/8/layout/process5"/>
    <dgm:cxn modelId="{C7EF817F-B163-4F9E-95E7-A0C34D9C95AB}" type="presOf" srcId="{DED9A1CB-2F50-4356-A930-6C746F8AE575}" destId="{6B3D52B7-70C4-4238-8E7A-D9A9E10D88E0}" srcOrd="1" destOrd="0" presId="urn:microsoft.com/office/officeart/2005/8/layout/process5"/>
    <dgm:cxn modelId="{65B11580-50B7-4775-AC4A-5E04EBDC36C0}" srcId="{73EA3D7E-4A8F-4DA1-AA65-49C1836F585E}" destId="{0B52BC09-9E2F-4276-B060-26F876C18CA3}" srcOrd="3" destOrd="0" parTransId="{094388DF-030D-4D0D-860E-8064A79432D8}" sibTransId="{61A05BFD-786C-4B8F-9DE3-4CBC64413854}"/>
    <dgm:cxn modelId="{8A97138F-9309-4556-8B6B-7F75D370EEB2}" type="presOf" srcId="{079D3CCA-1D93-460E-A66C-12959902655A}" destId="{4C560265-88AC-45D5-9DAD-92ADC96B8BEE}" srcOrd="0" destOrd="0" presId="urn:microsoft.com/office/officeart/2005/8/layout/process5"/>
    <dgm:cxn modelId="{5BFBE690-5755-452C-A28D-4D736E58CC21}" srcId="{73EA3D7E-4A8F-4DA1-AA65-49C1836F585E}" destId="{079D3CCA-1D93-460E-A66C-12959902655A}" srcOrd="5" destOrd="0" parTransId="{0902B469-4ADC-43BA-A35D-ADDB60B15585}" sibTransId="{403A3ACF-5243-4C60-A9A9-0946B2E63ACC}"/>
    <dgm:cxn modelId="{BD500093-C600-47F4-B5BA-7A8347E4CC25}" type="presOf" srcId="{FC831800-FC04-4CD6-B5DC-FF1421DCE184}" destId="{76213BF7-514C-4FDB-AC56-784AE18431F7}" srcOrd="0" destOrd="0" presId="urn:microsoft.com/office/officeart/2005/8/layout/process5"/>
    <dgm:cxn modelId="{B47B82BD-C442-40F4-927C-94289F7E35D0}" type="presOf" srcId="{BE301B2A-1B5D-4CFC-98E1-249F53CD7A25}" destId="{162EA1FF-FC70-4158-8494-C91398BE6107}" srcOrd="0" destOrd="0" presId="urn:microsoft.com/office/officeart/2005/8/layout/process5"/>
    <dgm:cxn modelId="{63C9D7C2-E6DD-4C38-9A06-7F0F98968920}" type="presOf" srcId="{61A05BFD-786C-4B8F-9DE3-4CBC64413854}" destId="{5189FF38-D510-4D7C-AA01-9FD478644624}" srcOrd="0" destOrd="0" presId="urn:microsoft.com/office/officeart/2005/8/layout/process5"/>
    <dgm:cxn modelId="{79506ACB-E9FE-47D0-9EBA-4CFCCE392055}" type="presOf" srcId="{4B76033A-84BE-43C6-9181-53CFB3DB7457}" destId="{2AF7F4F8-353B-437A-A7A4-234398F7DBEE}" srcOrd="0" destOrd="0" presId="urn:microsoft.com/office/officeart/2005/8/layout/process5"/>
    <dgm:cxn modelId="{1D2503CD-6FDB-42FC-AD66-1CFCD82073F4}" srcId="{73EA3D7E-4A8F-4DA1-AA65-49C1836F585E}" destId="{C19FE1D6-8198-475F-AC59-5F0BCCCA162A}" srcOrd="4" destOrd="0" parTransId="{E9D3C2C1-4E01-4B81-B2F2-C419B7D1D0CA}" sibTransId="{DED9A1CB-2F50-4356-A930-6C746F8AE575}"/>
    <dgm:cxn modelId="{7158A2D1-3595-442D-9AFC-BD75A962C8D0}" srcId="{73EA3D7E-4A8F-4DA1-AA65-49C1836F585E}" destId="{E0A18D83-5DE8-4779-A4FB-BC5BF9DC6CBC}" srcOrd="1" destOrd="0" parTransId="{E53AF9D3-9CAD-4819-A61F-B49CECC68F1D}" sibTransId="{9F4BBF7F-9CD4-4A20-9BE8-07143D44C71B}"/>
    <dgm:cxn modelId="{061676D4-56FD-46D8-881D-4DD1CC177BA6}" type="presOf" srcId="{9F4BBF7F-9CD4-4A20-9BE8-07143D44C71B}" destId="{2944AD26-478E-4458-A7F6-F2B93E613035}" srcOrd="1" destOrd="0" presId="urn:microsoft.com/office/officeart/2005/8/layout/process5"/>
    <dgm:cxn modelId="{D8E2ADDB-EFDD-46D4-B4DE-9469273FB96F}" type="presOf" srcId="{61A05BFD-786C-4B8F-9DE3-4CBC64413854}" destId="{BE635306-F79A-4A52-B710-319340E8052E}" srcOrd="1" destOrd="0" presId="urn:microsoft.com/office/officeart/2005/8/layout/process5"/>
    <dgm:cxn modelId="{BB1693E4-48DA-42B5-AEBD-25D25FD75622}" type="presOf" srcId="{73EA3D7E-4A8F-4DA1-AA65-49C1836F585E}" destId="{06D51091-06CB-4952-A258-4667E11E9A0B}" srcOrd="0" destOrd="0" presId="urn:microsoft.com/office/officeart/2005/8/layout/process5"/>
    <dgm:cxn modelId="{107015F7-115C-4162-86A1-8A5A31CC6BCE}" type="presOf" srcId="{0B52BC09-9E2F-4276-B060-26F876C18CA3}" destId="{1AB5DF82-E2E8-45F0-B5B0-1105077448AC}" srcOrd="0" destOrd="0" presId="urn:microsoft.com/office/officeart/2005/8/layout/process5"/>
    <dgm:cxn modelId="{1A3B5C5D-25AD-4AE5-83A2-AB196B94CB21}" type="presParOf" srcId="{06D51091-06CB-4952-A258-4667E11E9A0B}" destId="{162EA1FF-FC70-4158-8494-C91398BE6107}" srcOrd="0" destOrd="0" presId="urn:microsoft.com/office/officeart/2005/8/layout/process5"/>
    <dgm:cxn modelId="{79E5B53E-1675-4315-B118-587BA74970EF}" type="presParOf" srcId="{06D51091-06CB-4952-A258-4667E11E9A0B}" destId="{2AF7F4F8-353B-437A-A7A4-234398F7DBEE}" srcOrd="1" destOrd="0" presId="urn:microsoft.com/office/officeart/2005/8/layout/process5"/>
    <dgm:cxn modelId="{E1CCC050-A840-433F-9713-ED541B85867E}" type="presParOf" srcId="{2AF7F4F8-353B-437A-A7A4-234398F7DBEE}" destId="{A80612B4-5811-4D01-A34E-19349E52C241}" srcOrd="0" destOrd="0" presId="urn:microsoft.com/office/officeart/2005/8/layout/process5"/>
    <dgm:cxn modelId="{1AA2AC3A-E193-4F0A-9AF7-B99750617207}" type="presParOf" srcId="{06D51091-06CB-4952-A258-4667E11E9A0B}" destId="{61AC0DD9-5C40-431A-8120-E13BACCD32D1}" srcOrd="2" destOrd="0" presId="urn:microsoft.com/office/officeart/2005/8/layout/process5"/>
    <dgm:cxn modelId="{17FBAD6A-9E74-45C8-8F82-B595BAFC6D5F}" type="presParOf" srcId="{06D51091-06CB-4952-A258-4667E11E9A0B}" destId="{8B81D16D-64A5-4A0E-B335-DB7D9454F737}" srcOrd="3" destOrd="0" presId="urn:microsoft.com/office/officeart/2005/8/layout/process5"/>
    <dgm:cxn modelId="{0CFAE49D-C4C7-4AF9-B4CD-BCA8C6FE2F02}" type="presParOf" srcId="{8B81D16D-64A5-4A0E-B335-DB7D9454F737}" destId="{2944AD26-478E-4458-A7F6-F2B93E613035}" srcOrd="0" destOrd="0" presId="urn:microsoft.com/office/officeart/2005/8/layout/process5"/>
    <dgm:cxn modelId="{2DB60645-12F6-40D8-BB3F-9F4E45F1E04E}" type="presParOf" srcId="{06D51091-06CB-4952-A258-4667E11E9A0B}" destId="{6DB7D5B6-4637-4119-A218-E96A9420787A}" srcOrd="4" destOrd="0" presId="urn:microsoft.com/office/officeart/2005/8/layout/process5"/>
    <dgm:cxn modelId="{4F6999B5-6599-4011-950C-0AADB0087A0C}" type="presParOf" srcId="{06D51091-06CB-4952-A258-4667E11E9A0B}" destId="{76213BF7-514C-4FDB-AC56-784AE18431F7}" srcOrd="5" destOrd="0" presId="urn:microsoft.com/office/officeart/2005/8/layout/process5"/>
    <dgm:cxn modelId="{F7B74E06-7AF6-4027-BC22-B72496B674F4}" type="presParOf" srcId="{76213BF7-514C-4FDB-AC56-784AE18431F7}" destId="{9C7CD24F-8810-4065-9184-E077740EC466}" srcOrd="0" destOrd="0" presId="urn:microsoft.com/office/officeart/2005/8/layout/process5"/>
    <dgm:cxn modelId="{242A1B9E-EEDC-4901-83F5-AF49B0E0E892}" type="presParOf" srcId="{06D51091-06CB-4952-A258-4667E11E9A0B}" destId="{1AB5DF82-E2E8-45F0-B5B0-1105077448AC}" srcOrd="6" destOrd="0" presId="urn:microsoft.com/office/officeart/2005/8/layout/process5"/>
    <dgm:cxn modelId="{D62E6652-8DFC-4953-93A3-307135926C5D}" type="presParOf" srcId="{06D51091-06CB-4952-A258-4667E11E9A0B}" destId="{5189FF38-D510-4D7C-AA01-9FD478644624}" srcOrd="7" destOrd="0" presId="urn:microsoft.com/office/officeart/2005/8/layout/process5"/>
    <dgm:cxn modelId="{110E3B85-75E9-4FA5-842D-9ABC9825F67C}" type="presParOf" srcId="{5189FF38-D510-4D7C-AA01-9FD478644624}" destId="{BE635306-F79A-4A52-B710-319340E8052E}" srcOrd="0" destOrd="0" presId="urn:microsoft.com/office/officeart/2005/8/layout/process5"/>
    <dgm:cxn modelId="{3EE7FE1E-8F1F-4211-A29C-65453038A812}" type="presParOf" srcId="{06D51091-06CB-4952-A258-4667E11E9A0B}" destId="{FBC6C093-859D-4628-A880-CF3E5DF46D1B}" srcOrd="8" destOrd="0" presId="urn:microsoft.com/office/officeart/2005/8/layout/process5"/>
    <dgm:cxn modelId="{BBFCAF6B-8652-4602-9587-328E47146411}" type="presParOf" srcId="{06D51091-06CB-4952-A258-4667E11E9A0B}" destId="{A2E58DDA-0118-49D2-9345-8F82DD94A2F6}" srcOrd="9" destOrd="0" presId="urn:microsoft.com/office/officeart/2005/8/layout/process5"/>
    <dgm:cxn modelId="{5B65707C-4E81-4EAA-A725-B9B990FC385F}" type="presParOf" srcId="{A2E58DDA-0118-49D2-9345-8F82DD94A2F6}" destId="{6B3D52B7-70C4-4238-8E7A-D9A9E10D88E0}" srcOrd="0" destOrd="0" presId="urn:microsoft.com/office/officeart/2005/8/layout/process5"/>
    <dgm:cxn modelId="{1D61A4D7-7A88-456C-BDB3-E6C0ED56CB8B}" type="presParOf" srcId="{06D51091-06CB-4952-A258-4667E11E9A0B}" destId="{4C560265-88AC-45D5-9DAD-92ADC96B8BEE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C2AD33-1E62-4416-A573-282CE90B2A45}" type="doc">
      <dgm:prSet loTypeId="urn:microsoft.com/office/officeart/2005/8/layout/lProcess3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IN"/>
        </a:p>
      </dgm:t>
    </dgm:pt>
    <dgm:pt modelId="{5D03420A-BD2F-440E-AFDE-E3E7E757414F}">
      <dgm:prSet/>
      <dgm:spPr/>
      <dgm:t>
        <a:bodyPr/>
        <a:lstStyle/>
        <a:p>
          <a:r>
            <a:rPr lang="en-IN" dirty="0"/>
            <a:t>Reduces dashboard creation and maintenance effort.</a:t>
          </a:r>
        </a:p>
      </dgm:t>
    </dgm:pt>
    <dgm:pt modelId="{F5F0A0A1-BE58-47E3-BECA-79F90EA5FEA3}" type="parTrans" cxnId="{C204C359-AD22-4C1B-8037-39823852C46B}">
      <dgm:prSet/>
      <dgm:spPr/>
      <dgm:t>
        <a:bodyPr/>
        <a:lstStyle/>
        <a:p>
          <a:endParaRPr lang="en-IN"/>
        </a:p>
      </dgm:t>
    </dgm:pt>
    <dgm:pt modelId="{23AFCDFB-8F9F-4240-B901-85314B22B6F3}" type="sibTrans" cxnId="{C204C359-AD22-4C1B-8037-39823852C46B}">
      <dgm:prSet/>
      <dgm:spPr/>
      <dgm:t>
        <a:bodyPr/>
        <a:lstStyle/>
        <a:p>
          <a:endParaRPr lang="en-IN"/>
        </a:p>
      </dgm:t>
    </dgm:pt>
    <dgm:pt modelId="{96416167-008E-4B03-90C0-5CEBF8671F27}">
      <dgm:prSet/>
      <dgm:spPr/>
      <dgm:t>
        <a:bodyPr/>
        <a:lstStyle/>
        <a:p>
          <a:r>
            <a:rPr lang="en-IN" dirty="0"/>
            <a:t> Enables stakeholders to access insights instantly.</a:t>
          </a:r>
        </a:p>
      </dgm:t>
    </dgm:pt>
    <dgm:pt modelId="{EF5DE82C-01A2-42E2-A862-E68B3992EE8D}" type="parTrans" cxnId="{FB555D9A-8896-4D1B-B394-480B0C98DA3B}">
      <dgm:prSet/>
      <dgm:spPr/>
      <dgm:t>
        <a:bodyPr/>
        <a:lstStyle/>
        <a:p>
          <a:endParaRPr lang="en-IN"/>
        </a:p>
      </dgm:t>
    </dgm:pt>
    <dgm:pt modelId="{73FD9B3B-640B-47F4-B38F-43A2C979C730}" type="sibTrans" cxnId="{FB555D9A-8896-4D1B-B394-480B0C98DA3B}">
      <dgm:prSet/>
      <dgm:spPr/>
      <dgm:t>
        <a:bodyPr/>
        <a:lstStyle/>
        <a:p>
          <a:endParaRPr lang="en-IN"/>
        </a:p>
      </dgm:t>
    </dgm:pt>
    <dgm:pt modelId="{1C05D687-E026-4EE0-A909-65E237641FEB}">
      <dgm:prSet/>
      <dgm:spPr/>
      <dgm:t>
        <a:bodyPr/>
        <a:lstStyle/>
        <a:p>
          <a:r>
            <a:rPr lang="en-IN" dirty="0"/>
            <a:t> Improves efficiency through AI-driven automation.</a:t>
          </a:r>
        </a:p>
      </dgm:t>
    </dgm:pt>
    <dgm:pt modelId="{D1C021B1-A69E-407E-8E6F-A6B2E3DA960B}" type="parTrans" cxnId="{A868E0AD-AE07-4F3C-BA5A-556116D011FC}">
      <dgm:prSet/>
      <dgm:spPr/>
      <dgm:t>
        <a:bodyPr/>
        <a:lstStyle/>
        <a:p>
          <a:endParaRPr lang="en-IN"/>
        </a:p>
      </dgm:t>
    </dgm:pt>
    <dgm:pt modelId="{5332708B-38DB-4452-A0CB-001F305B973A}" type="sibTrans" cxnId="{A868E0AD-AE07-4F3C-BA5A-556116D011FC}">
      <dgm:prSet/>
      <dgm:spPr/>
      <dgm:t>
        <a:bodyPr/>
        <a:lstStyle/>
        <a:p>
          <a:endParaRPr lang="en-IN"/>
        </a:p>
      </dgm:t>
    </dgm:pt>
    <dgm:pt modelId="{F5748690-CE68-4C05-8525-DE9CFCEFD14B}">
      <dgm:prSet/>
      <dgm:spPr/>
      <dgm:t>
        <a:bodyPr/>
        <a:lstStyle/>
        <a:p>
          <a:r>
            <a:rPr lang="en-IN" dirty="0"/>
            <a:t>Supports faster and more informed decision-making.</a:t>
          </a:r>
        </a:p>
      </dgm:t>
    </dgm:pt>
    <dgm:pt modelId="{F0BDF203-D7F7-43EE-9C15-ECB795F9F7E6}" type="parTrans" cxnId="{B3578E43-1884-423A-953E-4DE20D644B39}">
      <dgm:prSet/>
      <dgm:spPr/>
      <dgm:t>
        <a:bodyPr/>
        <a:lstStyle/>
        <a:p>
          <a:endParaRPr lang="en-IN"/>
        </a:p>
      </dgm:t>
    </dgm:pt>
    <dgm:pt modelId="{252C5522-9A22-443E-A4A0-A60BD0C9A19E}" type="sibTrans" cxnId="{B3578E43-1884-423A-953E-4DE20D644B39}">
      <dgm:prSet/>
      <dgm:spPr/>
      <dgm:t>
        <a:bodyPr/>
        <a:lstStyle/>
        <a:p>
          <a:endParaRPr lang="en-IN"/>
        </a:p>
      </dgm:t>
    </dgm:pt>
    <dgm:pt modelId="{D8E7D9A5-4B15-4A26-817D-A7AD8A3422F3}">
      <dgm:prSet/>
      <dgm:spPr/>
      <dgm:t>
        <a:bodyPr/>
        <a:lstStyle/>
        <a:p>
          <a:r>
            <a:rPr lang="en-IN" dirty="0"/>
            <a:t> Bridges the gap between business data and actionable insights.</a:t>
          </a:r>
        </a:p>
      </dgm:t>
    </dgm:pt>
    <dgm:pt modelId="{E4CE81B1-9C9D-46F7-9FE7-A853DF374B47}" type="parTrans" cxnId="{3A29385B-BB29-4C8C-BD14-2EA72D92391B}">
      <dgm:prSet/>
      <dgm:spPr/>
      <dgm:t>
        <a:bodyPr/>
        <a:lstStyle/>
        <a:p>
          <a:endParaRPr lang="en-IN"/>
        </a:p>
      </dgm:t>
    </dgm:pt>
    <dgm:pt modelId="{D5795EDF-A62C-4967-9E03-9512AB0507D5}" type="sibTrans" cxnId="{3A29385B-BB29-4C8C-BD14-2EA72D92391B}">
      <dgm:prSet/>
      <dgm:spPr/>
      <dgm:t>
        <a:bodyPr/>
        <a:lstStyle/>
        <a:p>
          <a:endParaRPr lang="en-IN"/>
        </a:p>
      </dgm:t>
    </dgm:pt>
    <dgm:pt modelId="{3C1B84A2-068C-44F6-BADD-A3AADB937427}" type="pres">
      <dgm:prSet presAssocID="{07C2AD33-1E62-4416-A573-282CE90B2A4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4C061D9-9AE3-4F1D-8BA9-6AEEACE93BEC}" type="pres">
      <dgm:prSet presAssocID="{5D03420A-BD2F-440E-AFDE-E3E7E757414F}" presName="horFlow" presStyleCnt="0"/>
      <dgm:spPr/>
    </dgm:pt>
    <dgm:pt modelId="{1B7EADDE-B781-491F-977C-468FAA28A0C7}" type="pres">
      <dgm:prSet presAssocID="{5D03420A-BD2F-440E-AFDE-E3E7E757414F}" presName="bigChev" presStyleLbl="node1" presStyleIdx="0" presStyleCnt="5" custScaleX="405946"/>
      <dgm:spPr/>
    </dgm:pt>
    <dgm:pt modelId="{205ACE8B-5B0F-4A42-B98F-4D653FF33BED}" type="pres">
      <dgm:prSet presAssocID="{5D03420A-BD2F-440E-AFDE-E3E7E757414F}" presName="vSp" presStyleCnt="0"/>
      <dgm:spPr/>
    </dgm:pt>
    <dgm:pt modelId="{E9BCEC3F-20D6-4EF6-9212-97BA7F81144E}" type="pres">
      <dgm:prSet presAssocID="{96416167-008E-4B03-90C0-5CEBF8671F27}" presName="horFlow" presStyleCnt="0"/>
      <dgm:spPr/>
    </dgm:pt>
    <dgm:pt modelId="{54AAE168-6953-4681-94C2-355F7062AC55}" type="pres">
      <dgm:prSet presAssocID="{96416167-008E-4B03-90C0-5CEBF8671F27}" presName="bigChev" presStyleLbl="node1" presStyleIdx="1" presStyleCnt="5" custScaleX="405946"/>
      <dgm:spPr/>
    </dgm:pt>
    <dgm:pt modelId="{7B49EFB0-B591-460D-ACDA-3CA39844B835}" type="pres">
      <dgm:prSet presAssocID="{96416167-008E-4B03-90C0-5CEBF8671F27}" presName="vSp" presStyleCnt="0"/>
      <dgm:spPr/>
    </dgm:pt>
    <dgm:pt modelId="{60CD0F16-8F74-4F7E-9DEB-3A2598E1347A}" type="pres">
      <dgm:prSet presAssocID="{1C05D687-E026-4EE0-A909-65E237641FEB}" presName="horFlow" presStyleCnt="0"/>
      <dgm:spPr/>
    </dgm:pt>
    <dgm:pt modelId="{365D7118-7933-41F9-A3FC-0A119825497E}" type="pres">
      <dgm:prSet presAssocID="{1C05D687-E026-4EE0-A909-65E237641FEB}" presName="bigChev" presStyleLbl="node1" presStyleIdx="2" presStyleCnt="5" custScaleX="405946"/>
      <dgm:spPr/>
    </dgm:pt>
    <dgm:pt modelId="{627EB394-2C70-465A-885C-B3EEF549A5F7}" type="pres">
      <dgm:prSet presAssocID="{1C05D687-E026-4EE0-A909-65E237641FEB}" presName="vSp" presStyleCnt="0"/>
      <dgm:spPr/>
    </dgm:pt>
    <dgm:pt modelId="{799530EE-EDF6-40AE-BC9F-281E667EAF24}" type="pres">
      <dgm:prSet presAssocID="{F5748690-CE68-4C05-8525-DE9CFCEFD14B}" presName="horFlow" presStyleCnt="0"/>
      <dgm:spPr/>
    </dgm:pt>
    <dgm:pt modelId="{4229DA9D-81DC-4A3B-B025-9FAC7224F04B}" type="pres">
      <dgm:prSet presAssocID="{F5748690-CE68-4C05-8525-DE9CFCEFD14B}" presName="bigChev" presStyleLbl="node1" presStyleIdx="3" presStyleCnt="5" custScaleX="405946"/>
      <dgm:spPr/>
    </dgm:pt>
    <dgm:pt modelId="{DC721A9A-FC48-42CE-A5C8-1EC988F307FA}" type="pres">
      <dgm:prSet presAssocID="{F5748690-CE68-4C05-8525-DE9CFCEFD14B}" presName="vSp" presStyleCnt="0"/>
      <dgm:spPr/>
    </dgm:pt>
    <dgm:pt modelId="{78ECA0F3-0706-4B74-ACFC-5FAD79BE36E4}" type="pres">
      <dgm:prSet presAssocID="{D8E7D9A5-4B15-4A26-817D-A7AD8A3422F3}" presName="horFlow" presStyleCnt="0"/>
      <dgm:spPr/>
    </dgm:pt>
    <dgm:pt modelId="{1B642DF0-2707-4F5F-AA5C-8D57720318B9}" type="pres">
      <dgm:prSet presAssocID="{D8E7D9A5-4B15-4A26-817D-A7AD8A3422F3}" presName="bigChev" presStyleLbl="node1" presStyleIdx="4" presStyleCnt="5" custScaleX="405946"/>
      <dgm:spPr/>
    </dgm:pt>
  </dgm:ptLst>
  <dgm:cxnLst>
    <dgm:cxn modelId="{3A29385B-BB29-4C8C-BD14-2EA72D92391B}" srcId="{07C2AD33-1E62-4416-A573-282CE90B2A45}" destId="{D8E7D9A5-4B15-4A26-817D-A7AD8A3422F3}" srcOrd="4" destOrd="0" parTransId="{E4CE81B1-9C9D-46F7-9FE7-A853DF374B47}" sibTransId="{D5795EDF-A62C-4967-9E03-9512AB0507D5}"/>
    <dgm:cxn modelId="{B4D77B5E-9903-4CDD-A0E7-8A19EF405127}" type="presOf" srcId="{96416167-008E-4B03-90C0-5CEBF8671F27}" destId="{54AAE168-6953-4681-94C2-355F7062AC55}" srcOrd="0" destOrd="0" presId="urn:microsoft.com/office/officeart/2005/8/layout/lProcess3"/>
    <dgm:cxn modelId="{B3578E43-1884-423A-953E-4DE20D644B39}" srcId="{07C2AD33-1E62-4416-A573-282CE90B2A45}" destId="{F5748690-CE68-4C05-8525-DE9CFCEFD14B}" srcOrd="3" destOrd="0" parTransId="{F0BDF203-D7F7-43EE-9C15-ECB795F9F7E6}" sibTransId="{252C5522-9A22-443E-A4A0-A60BD0C9A19E}"/>
    <dgm:cxn modelId="{FC61654A-2F56-4EDE-A0B9-E316A371791F}" type="presOf" srcId="{5D03420A-BD2F-440E-AFDE-E3E7E757414F}" destId="{1B7EADDE-B781-491F-977C-468FAA28A0C7}" srcOrd="0" destOrd="0" presId="urn:microsoft.com/office/officeart/2005/8/layout/lProcess3"/>
    <dgm:cxn modelId="{C204C359-AD22-4C1B-8037-39823852C46B}" srcId="{07C2AD33-1E62-4416-A573-282CE90B2A45}" destId="{5D03420A-BD2F-440E-AFDE-E3E7E757414F}" srcOrd="0" destOrd="0" parTransId="{F5F0A0A1-BE58-47E3-BECA-79F90EA5FEA3}" sibTransId="{23AFCDFB-8F9F-4240-B901-85314B22B6F3}"/>
    <dgm:cxn modelId="{FB555D9A-8896-4D1B-B394-480B0C98DA3B}" srcId="{07C2AD33-1E62-4416-A573-282CE90B2A45}" destId="{96416167-008E-4B03-90C0-5CEBF8671F27}" srcOrd="1" destOrd="0" parTransId="{EF5DE82C-01A2-42E2-A862-E68B3992EE8D}" sibTransId="{73FD9B3B-640B-47F4-B38F-43A2C979C730}"/>
    <dgm:cxn modelId="{1AB1FEA9-F30E-495A-A0F8-6EFD95A9E165}" type="presOf" srcId="{07C2AD33-1E62-4416-A573-282CE90B2A45}" destId="{3C1B84A2-068C-44F6-BADD-A3AADB937427}" srcOrd="0" destOrd="0" presId="urn:microsoft.com/office/officeart/2005/8/layout/lProcess3"/>
    <dgm:cxn modelId="{A868E0AD-AE07-4F3C-BA5A-556116D011FC}" srcId="{07C2AD33-1E62-4416-A573-282CE90B2A45}" destId="{1C05D687-E026-4EE0-A909-65E237641FEB}" srcOrd="2" destOrd="0" parTransId="{D1C021B1-A69E-407E-8E6F-A6B2E3DA960B}" sibTransId="{5332708B-38DB-4452-A0CB-001F305B973A}"/>
    <dgm:cxn modelId="{951F93B3-CBC2-4143-8B9A-579D213669C5}" type="presOf" srcId="{D8E7D9A5-4B15-4A26-817D-A7AD8A3422F3}" destId="{1B642DF0-2707-4F5F-AA5C-8D57720318B9}" srcOrd="0" destOrd="0" presId="urn:microsoft.com/office/officeart/2005/8/layout/lProcess3"/>
    <dgm:cxn modelId="{D841B7D1-238B-4F30-9869-F84BACF2E317}" type="presOf" srcId="{F5748690-CE68-4C05-8525-DE9CFCEFD14B}" destId="{4229DA9D-81DC-4A3B-B025-9FAC7224F04B}" srcOrd="0" destOrd="0" presId="urn:microsoft.com/office/officeart/2005/8/layout/lProcess3"/>
    <dgm:cxn modelId="{BCAA54FB-476A-466E-8840-136747A36A00}" type="presOf" srcId="{1C05D687-E026-4EE0-A909-65E237641FEB}" destId="{365D7118-7933-41F9-A3FC-0A119825497E}" srcOrd="0" destOrd="0" presId="urn:microsoft.com/office/officeart/2005/8/layout/lProcess3"/>
    <dgm:cxn modelId="{0C32255E-3AEF-4A98-8DCA-9A125E67E78B}" type="presParOf" srcId="{3C1B84A2-068C-44F6-BADD-A3AADB937427}" destId="{24C061D9-9AE3-4F1D-8BA9-6AEEACE93BEC}" srcOrd="0" destOrd="0" presId="urn:microsoft.com/office/officeart/2005/8/layout/lProcess3"/>
    <dgm:cxn modelId="{B72FB96E-2591-4CBA-A154-E8210F0A7A19}" type="presParOf" srcId="{24C061D9-9AE3-4F1D-8BA9-6AEEACE93BEC}" destId="{1B7EADDE-B781-491F-977C-468FAA28A0C7}" srcOrd="0" destOrd="0" presId="urn:microsoft.com/office/officeart/2005/8/layout/lProcess3"/>
    <dgm:cxn modelId="{13534758-530C-486F-8D62-C710E58A74CB}" type="presParOf" srcId="{3C1B84A2-068C-44F6-BADD-A3AADB937427}" destId="{205ACE8B-5B0F-4A42-B98F-4D653FF33BED}" srcOrd="1" destOrd="0" presId="urn:microsoft.com/office/officeart/2005/8/layout/lProcess3"/>
    <dgm:cxn modelId="{D64007E1-2784-449B-85C1-3EAB01031F56}" type="presParOf" srcId="{3C1B84A2-068C-44F6-BADD-A3AADB937427}" destId="{E9BCEC3F-20D6-4EF6-9212-97BA7F81144E}" srcOrd="2" destOrd="0" presId="urn:microsoft.com/office/officeart/2005/8/layout/lProcess3"/>
    <dgm:cxn modelId="{B23E3390-7A44-46A2-87FE-C842E920FDDD}" type="presParOf" srcId="{E9BCEC3F-20D6-4EF6-9212-97BA7F81144E}" destId="{54AAE168-6953-4681-94C2-355F7062AC55}" srcOrd="0" destOrd="0" presId="urn:microsoft.com/office/officeart/2005/8/layout/lProcess3"/>
    <dgm:cxn modelId="{9A550BE2-0F95-4230-A67E-5335E4EAB8EB}" type="presParOf" srcId="{3C1B84A2-068C-44F6-BADD-A3AADB937427}" destId="{7B49EFB0-B591-460D-ACDA-3CA39844B835}" srcOrd="3" destOrd="0" presId="urn:microsoft.com/office/officeart/2005/8/layout/lProcess3"/>
    <dgm:cxn modelId="{BC8D11A6-3FCC-41B0-A267-D0914AD5CAED}" type="presParOf" srcId="{3C1B84A2-068C-44F6-BADD-A3AADB937427}" destId="{60CD0F16-8F74-4F7E-9DEB-3A2598E1347A}" srcOrd="4" destOrd="0" presId="urn:microsoft.com/office/officeart/2005/8/layout/lProcess3"/>
    <dgm:cxn modelId="{B394DC6C-9F16-4FEF-81AE-D68CA60430AE}" type="presParOf" srcId="{60CD0F16-8F74-4F7E-9DEB-3A2598E1347A}" destId="{365D7118-7933-41F9-A3FC-0A119825497E}" srcOrd="0" destOrd="0" presId="urn:microsoft.com/office/officeart/2005/8/layout/lProcess3"/>
    <dgm:cxn modelId="{E6C6E7EF-80E0-49F3-9A05-05C6F1C505A7}" type="presParOf" srcId="{3C1B84A2-068C-44F6-BADD-A3AADB937427}" destId="{627EB394-2C70-465A-885C-B3EEF549A5F7}" srcOrd="5" destOrd="0" presId="urn:microsoft.com/office/officeart/2005/8/layout/lProcess3"/>
    <dgm:cxn modelId="{229B0307-845B-4240-ABB8-416B110AEEE7}" type="presParOf" srcId="{3C1B84A2-068C-44F6-BADD-A3AADB937427}" destId="{799530EE-EDF6-40AE-BC9F-281E667EAF24}" srcOrd="6" destOrd="0" presId="urn:microsoft.com/office/officeart/2005/8/layout/lProcess3"/>
    <dgm:cxn modelId="{A0987F30-1E30-4805-9DA5-21C245A65009}" type="presParOf" srcId="{799530EE-EDF6-40AE-BC9F-281E667EAF24}" destId="{4229DA9D-81DC-4A3B-B025-9FAC7224F04B}" srcOrd="0" destOrd="0" presId="urn:microsoft.com/office/officeart/2005/8/layout/lProcess3"/>
    <dgm:cxn modelId="{35A05414-214F-49BF-8CD6-B09CE4492684}" type="presParOf" srcId="{3C1B84A2-068C-44F6-BADD-A3AADB937427}" destId="{DC721A9A-FC48-42CE-A5C8-1EC988F307FA}" srcOrd="7" destOrd="0" presId="urn:microsoft.com/office/officeart/2005/8/layout/lProcess3"/>
    <dgm:cxn modelId="{878271DD-0D43-49C0-8A4F-FE177493986E}" type="presParOf" srcId="{3C1B84A2-068C-44F6-BADD-A3AADB937427}" destId="{78ECA0F3-0706-4B74-ACFC-5FAD79BE36E4}" srcOrd="8" destOrd="0" presId="urn:microsoft.com/office/officeart/2005/8/layout/lProcess3"/>
    <dgm:cxn modelId="{D013DB89-6136-43F6-92A4-810952D4E17B}" type="presParOf" srcId="{78ECA0F3-0706-4B74-ACFC-5FAD79BE36E4}" destId="{1B642DF0-2707-4F5F-AA5C-8D57720318B9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208E07-5014-4E0D-8A08-9E6763FEE89E}">
      <dsp:nvSpPr>
        <dsp:cNvPr id="0" name=""/>
        <dsp:cNvSpPr/>
      </dsp:nvSpPr>
      <dsp:spPr>
        <a:xfrm>
          <a:off x="0" y="65693"/>
          <a:ext cx="8062622" cy="980533"/>
        </a:xfrm>
        <a:prstGeom prst="round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🔹 Organizations generate large volumes of business data.</a:t>
          </a:r>
        </a:p>
      </dsp:txBody>
      <dsp:txXfrm>
        <a:off x="47866" y="113559"/>
        <a:ext cx="7966890" cy="884801"/>
      </dsp:txXfrm>
    </dsp:sp>
    <dsp:sp modelId="{840A80DF-0E85-4F3F-AAE2-3B91589E8F60}">
      <dsp:nvSpPr>
        <dsp:cNvPr id="0" name=""/>
        <dsp:cNvSpPr/>
      </dsp:nvSpPr>
      <dsp:spPr>
        <a:xfrm>
          <a:off x="0" y="1112466"/>
          <a:ext cx="8062622" cy="980533"/>
        </a:xfrm>
        <a:prstGeom prst="round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🔹 Data analysts spend significant time creating and updating dashboards.</a:t>
          </a:r>
        </a:p>
      </dsp:txBody>
      <dsp:txXfrm>
        <a:off x="47866" y="1160332"/>
        <a:ext cx="7966890" cy="884801"/>
      </dsp:txXfrm>
    </dsp:sp>
    <dsp:sp modelId="{D79EF493-5A5A-486C-A732-92EDBB5FBE93}">
      <dsp:nvSpPr>
        <dsp:cNvPr id="0" name=""/>
        <dsp:cNvSpPr/>
      </dsp:nvSpPr>
      <dsp:spPr>
        <a:xfrm>
          <a:off x="0" y="2159239"/>
          <a:ext cx="8062622" cy="980533"/>
        </a:xfrm>
        <a:prstGeom prst="round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🔹 Stakeholders depend on analysts for reports and insights.</a:t>
          </a:r>
        </a:p>
      </dsp:txBody>
      <dsp:txXfrm>
        <a:off x="47866" y="2207105"/>
        <a:ext cx="7966890" cy="884801"/>
      </dsp:txXfrm>
    </dsp:sp>
    <dsp:sp modelId="{C6E4F25B-95A7-4CFA-BDEB-6426EAC60BC8}">
      <dsp:nvSpPr>
        <dsp:cNvPr id="0" name=""/>
        <dsp:cNvSpPr/>
      </dsp:nvSpPr>
      <dsp:spPr>
        <a:xfrm>
          <a:off x="0" y="3206013"/>
          <a:ext cx="8062622" cy="980533"/>
        </a:xfrm>
        <a:prstGeom prst="round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🔹 Traditional reporting processes are time-consuming.</a:t>
          </a:r>
        </a:p>
      </dsp:txBody>
      <dsp:txXfrm>
        <a:off x="47866" y="3253879"/>
        <a:ext cx="7966890" cy="884801"/>
      </dsp:txXfrm>
    </dsp:sp>
    <dsp:sp modelId="{78985633-606C-491E-9236-941B49168923}">
      <dsp:nvSpPr>
        <dsp:cNvPr id="0" name=""/>
        <dsp:cNvSpPr/>
      </dsp:nvSpPr>
      <dsp:spPr>
        <a:xfrm>
          <a:off x="0" y="4252786"/>
          <a:ext cx="8062622" cy="980533"/>
        </a:xfrm>
        <a:prstGeom prst="round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🔹 Delayed access to information slows decision-making.</a:t>
          </a:r>
        </a:p>
      </dsp:txBody>
      <dsp:txXfrm>
        <a:off x="47866" y="4300652"/>
        <a:ext cx="7966890" cy="8848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DD2EEB-3B76-41FA-9F3B-5530FFDA0D40}">
      <dsp:nvSpPr>
        <dsp:cNvPr id="0" name=""/>
        <dsp:cNvSpPr/>
      </dsp:nvSpPr>
      <dsp:spPr>
        <a:xfrm>
          <a:off x="746682" y="0"/>
          <a:ext cx="8462398" cy="4105744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3415E9-30FB-4E55-A973-E8880068CEC1}">
      <dsp:nvSpPr>
        <dsp:cNvPr id="0" name=""/>
        <dsp:cNvSpPr/>
      </dsp:nvSpPr>
      <dsp:spPr>
        <a:xfrm>
          <a:off x="2734" y="1231723"/>
          <a:ext cx="1592047" cy="164229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🤖 Understands business questions in natural language.</a:t>
          </a:r>
        </a:p>
      </dsp:txBody>
      <dsp:txXfrm>
        <a:off x="80451" y="1309440"/>
        <a:ext cx="1436613" cy="1486863"/>
      </dsp:txXfrm>
    </dsp:sp>
    <dsp:sp modelId="{90FA87AB-72EF-406C-A9F0-EF5BB4AA8B7A}">
      <dsp:nvSpPr>
        <dsp:cNvPr id="0" name=""/>
        <dsp:cNvSpPr/>
      </dsp:nvSpPr>
      <dsp:spPr>
        <a:xfrm>
          <a:off x="1674383" y="1231723"/>
          <a:ext cx="1592047" cy="164229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🗄️ Analyzes database schema and relationships automatically.</a:t>
          </a:r>
        </a:p>
      </dsp:txBody>
      <dsp:txXfrm>
        <a:off x="1752100" y="1309440"/>
        <a:ext cx="1436613" cy="1486863"/>
      </dsp:txXfrm>
    </dsp:sp>
    <dsp:sp modelId="{5ACBD118-A01A-47E3-8B1D-8D5E62FD49A4}">
      <dsp:nvSpPr>
        <dsp:cNvPr id="0" name=""/>
        <dsp:cNvSpPr/>
      </dsp:nvSpPr>
      <dsp:spPr>
        <a:xfrm>
          <a:off x="3346033" y="1231723"/>
          <a:ext cx="1592047" cy="164229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📊 Assists analysts in generating dashboard components.</a:t>
          </a:r>
        </a:p>
      </dsp:txBody>
      <dsp:txXfrm>
        <a:off x="3423750" y="1309440"/>
        <a:ext cx="1436613" cy="1486863"/>
      </dsp:txXfrm>
    </dsp:sp>
    <dsp:sp modelId="{C182A5CF-A076-4FFA-A5B4-89CF25C13EC8}">
      <dsp:nvSpPr>
        <dsp:cNvPr id="0" name=""/>
        <dsp:cNvSpPr/>
      </dsp:nvSpPr>
      <dsp:spPr>
        <a:xfrm>
          <a:off x="5017682" y="1231723"/>
          <a:ext cx="1592047" cy="164229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🔍 Retrieves and processes relevant business data.</a:t>
          </a:r>
        </a:p>
      </dsp:txBody>
      <dsp:txXfrm>
        <a:off x="5095399" y="1309440"/>
        <a:ext cx="1436613" cy="1486863"/>
      </dsp:txXfrm>
    </dsp:sp>
    <dsp:sp modelId="{A38BA18F-D0BC-4609-8C51-045BE383882D}">
      <dsp:nvSpPr>
        <dsp:cNvPr id="0" name=""/>
        <dsp:cNvSpPr/>
      </dsp:nvSpPr>
      <dsp:spPr>
        <a:xfrm>
          <a:off x="6689332" y="1231723"/>
          <a:ext cx="1592047" cy="164229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📈 Generates insights, reports, and visualizations automatically.</a:t>
          </a:r>
        </a:p>
      </dsp:txBody>
      <dsp:txXfrm>
        <a:off x="6767049" y="1309440"/>
        <a:ext cx="1436613" cy="1486863"/>
      </dsp:txXfrm>
    </dsp:sp>
    <dsp:sp modelId="{BD8485BE-10DC-4D48-A992-8FF0BC0CBFF7}">
      <dsp:nvSpPr>
        <dsp:cNvPr id="0" name=""/>
        <dsp:cNvSpPr/>
      </dsp:nvSpPr>
      <dsp:spPr>
        <a:xfrm>
          <a:off x="8360981" y="1231723"/>
          <a:ext cx="1592047" cy="164229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🌐 Produces interactive HTML dashboards for decision-making.</a:t>
          </a:r>
        </a:p>
      </dsp:txBody>
      <dsp:txXfrm>
        <a:off x="8438698" y="1309440"/>
        <a:ext cx="1436613" cy="14868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E81C5-D3B1-4C35-B446-5476CD5801D8}">
      <dsp:nvSpPr>
        <dsp:cNvPr id="0" name=""/>
        <dsp:cNvSpPr/>
      </dsp:nvSpPr>
      <dsp:spPr>
        <a:xfrm>
          <a:off x="19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🗨️ User submits a business query</a:t>
          </a:r>
        </a:p>
      </dsp:txBody>
      <dsp:txXfrm>
        <a:off x="19" y="30321726"/>
        <a:ext cx="2780" cy="1390"/>
      </dsp:txXfrm>
    </dsp:sp>
    <dsp:sp modelId="{6B7F1E0B-65A3-48A5-8E81-42FB1653DC2F}">
      <dsp:nvSpPr>
        <dsp:cNvPr id="0" name=""/>
        <dsp:cNvSpPr/>
      </dsp:nvSpPr>
      <dsp:spPr>
        <a:xfrm>
          <a:off x="3383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⬇️</a:t>
          </a:r>
        </a:p>
      </dsp:txBody>
      <dsp:txXfrm>
        <a:off x="3383" y="30321726"/>
        <a:ext cx="2780" cy="1390"/>
      </dsp:txXfrm>
    </dsp:sp>
    <dsp:sp modelId="{68C04924-B528-4FF1-BB64-E7C844F77DB9}">
      <dsp:nvSpPr>
        <dsp:cNvPr id="0" name=""/>
        <dsp:cNvSpPr/>
      </dsp:nvSpPr>
      <dsp:spPr>
        <a:xfrm>
          <a:off x="6747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🤖 AI Agent interprets the request</a:t>
          </a:r>
        </a:p>
      </dsp:txBody>
      <dsp:txXfrm>
        <a:off x="6747" y="30321726"/>
        <a:ext cx="2780" cy="1390"/>
      </dsp:txXfrm>
    </dsp:sp>
    <dsp:sp modelId="{5E5CF048-8E45-4CBB-8377-7F7FF16697C6}">
      <dsp:nvSpPr>
        <dsp:cNvPr id="0" name=""/>
        <dsp:cNvSpPr/>
      </dsp:nvSpPr>
      <dsp:spPr>
        <a:xfrm>
          <a:off x="10112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⬇️</a:t>
          </a:r>
        </a:p>
      </dsp:txBody>
      <dsp:txXfrm>
        <a:off x="10112" y="30321726"/>
        <a:ext cx="2780" cy="1390"/>
      </dsp:txXfrm>
    </dsp:sp>
    <dsp:sp modelId="{15222D52-515A-432B-AA02-7E54216F3CE6}">
      <dsp:nvSpPr>
        <dsp:cNvPr id="0" name=""/>
        <dsp:cNvSpPr/>
      </dsp:nvSpPr>
      <dsp:spPr>
        <a:xfrm>
          <a:off x="13476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🗄️ Database schema and relationship analysis</a:t>
          </a:r>
        </a:p>
      </dsp:txBody>
      <dsp:txXfrm>
        <a:off x="13476" y="30321726"/>
        <a:ext cx="2780" cy="1390"/>
      </dsp:txXfrm>
    </dsp:sp>
    <dsp:sp modelId="{ED0D86B7-A32F-4411-B572-800C9E418196}">
      <dsp:nvSpPr>
        <dsp:cNvPr id="0" name=""/>
        <dsp:cNvSpPr/>
      </dsp:nvSpPr>
      <dsp:spPr>
        <a:xfrm>
          <a:off x="16841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⬇️</a:t>
          </a:r>
        </a:p>
      </dsp:txBody>
      <dsp:txXfrm>
        <a:off x="16841" y="30321726"/>
        <a:ext cx="2780" cy="1390"/>
      </dsp:txXfrm>
    </dsp:sp>
    <dsp:sp modelId="{C00A3234-5ACB-44A6-B3A7-BA9AE3599D27}">
      <dsp:nvSpPr>
        <dsp:cNvPr id="0" name=""/>
        <dsp:cNvSpPr/>
      </dsp:nvSpPr>
      <dsp:spPr>
        <a:xfrm>
          <a:off x="20205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🔍 Automatic SQL query generation and execution</a:t>
          </a:r>
        </a:p>
      </dsp:txBody>
      <dsp:txXfrm>
        <a:off x="20205" y="30321726"/>
        <a:ext cx="2780" cy="1390"/>
      </dsp:txXfrm>
    </dsp:sp>
    <dsp:sp modelId="{E3505A73-9B2B-4EEE-93DA-617661170C30}">
      <dsp:nvSpPr>
        <dsp:cNvPr id="0" name=""/>
        <dsp:cNvSpPr/>
      </dsp:nvSpPr>
      <dsp:spPr>
        <a:xfrm>
          <a:off x="23570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⬇️</a:t>
          </a:r>
        </a:p>
      </dsp:txBody>
      <dsp:txXfrm>
        <a:off x="23570" y="30321726"/>
        <a:ext cx="2780" cy="1390"/>
      </dsp:txXfrm>
    </dsp:sp>
    <dsp:sp modelId="{9FE8BA2E-9428-4A1A-9A61-73F992AFB715}">
      <dsp:nvSpPr>
        <dsp:cNvPr id="0" name=""/>
        <dsp:cNvSpPr/>
      </dsp:nvSpPr>
      <dsp:spPr>
        <a:xfrm>
          <a:off x="26934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📊 Data aggregation and business analysis</a:t>
          </a:r>
        </a:p>
      </dsp:txBody>
      <dsp:txXfrm>
        <a:off x="26934" y="30321726"/>
        <a:ext cx="2780" cy="1390"/>
      </dsp:txXfrm>
    </dsp:sp>
    <dsp:sp modelId="{7E51CA86-940C-47B8-9A54-C5C2A683BC31}">
      <dsp:nvSpPr>
        <dsp:cNvPr id="0" name=""/>
        <dsp:cNvSpPr/>
      </dsp:nvSpPr>
      <dsp:spPr>
        <a:xfrm>
          <a:off x="30299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⬇️</a:t>
          </a:r>
        </a:p>
      </dsp:txBody>
      <dsp:txXfrm>
        <a:off x="30299" y="30321726"/>
        <a:ext cx="2780" cy="1390"/>
      </dsp:txXfrm>
    </dsp:sp>
    <dsp:sp modelId="{18D4FA7B-0047-4FB2-96F3-C77C4B11399F}">
      <dsp:nvSpPr>
        <dsp:cNvPr id="0" name=""/>
        <dsp:cNvSpPr/>
      </dsp:nvSpPr>
      <dsp:spPr>
        <a:xfrm>
          <a:off x="33663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📈 Dashboard and report generation</a:t>
          </a:r>
        </a:p>
      </dsp:txBody>
      <dsp:txXfrm>
        <a:off x="33663" y="30321726"/>
        <a:ext cx="2780" cy="1390"/>
      </dsp:txXfrm>
    </dsp:sp>
    <dsp:sp modelId="{18278AD8-D929-4CC9-8B77-3D5B4B1C6217}">
      <dsp:nvSpPr>
        <dsp:cNvPr id="0" name=""/>
        <dsp:cNvSpPr/>
      </dsp:nvSpPr>
      <dsp:spPr>
        <a:xfrm>
          <a:off x="37028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⬇️</a:t>
          </a:r>
        </a:p>
      </dsp:txBody>
      <dsp:txXfrm>
        <a:off x="37028" y="30321726"/>
        <a:ext cx="2780" cy="1390"/>
      </dsp:txXfrm>
    </dsp:sp>
    <dsp:sp modelId="{D9FEB06D-144E-42AF-8779-2696E17E9FFA}">
      <dsp:nvSpPr>
        <dsp:cNvPr id="0" name=""/>
        <dsp:cNvSpPr/>
      </dsp:nvSpPr>
      <dsp:spPr>
        <a:xfrm>
          <a:off x="40392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🌐 Interactive HTML Dashboard Output</a:t>
          </a:r>
        </a:p>
      </dsp:txBody>
      <dsp:txXfrm>
        <a:off x="40392" y="30321726"/>
        <a:ext cx="2780" cy="1390"/>
      </dsp:txXfrm>
    </dsp:sp>
    <dsp:sp modelId="{A94B94AB-25C5-4813-A304-FE061224B4A1}">
      <dsp:nvSpPr>
        <dsp:cNvPr id="0" name=""/>
        <dsp:cNvSpPr/>
      </dsp:nvSpPr>
      <dsp:spPr>
        <a:xfrm>
          <a:off x="43757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Platform Used</a:t>
          </a:r>
          <a:endParaRPr lang="en-IN" sz="500" kern="1200"/>
        </a:p>
      </dsp:txBody>
      <dsp:txXfrm>
        <a:off x="43757" y="30321726"/>
        <a:ext cx="2780" cy="1390"/>
      </dsp:txXfrm>
    </dsp:sp>
    <dsp:sp modelId="{03F1F81A-961E-40DC-BCD0-2CCD576CC8F4}">
      <dsp:nvSpPr>
        <dsp:cNvPr id="0" name=""/>
        <dsp:cNvSpPr/>
      </dsp:nvSpPr>
      <dsp:spPr>
        <a:xfrm>
          <a:off x="47121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n8n Workflow Automation</a:t>
          </a:r>
          <a:endParaRPr lang="en-IN" sz="500" kern="1200"/>
        </a:p>
      </dsp:txBody>
      <dsp:txXfrm>
        <a:off x="47121" y="30321726"/>
        <a:ext cx="2780" cy="1390"/>
      </dsp:txXfrm>
    </dsp:sp>
    <dsp:sp modelId="{0803A320-1B96-4C4B-AA0A-5EEB94693A5D}">
      <dsp:nvSpPr>
        <dsp:cNvPr id="0" name=""/>
        <dsp:cNvSpPr/>
      </dsp:nvSpPr>
      <dsp:spPr>
        <a:xfrm>
          <a:off x="50486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0486" y="30321726"/>
        <a:ext cx="2780" cy="1390"/>
      </dsp:txXfrm>
    </dsp:sp>
    <dsp:sp modelId="{F128252C-89A4-46E5-925A-F02BCFCC6D8F}">
      <dsp:nvSpPr>
        <dsp:cNvPr id="0" name=""/>
        <dsp:cNvSpPr/>
      </dsp:nvSpPr>
      <dsp:spPr>
        <a:xfrm>
          <a:off x="53850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Slide 5 – Output</a:t>
          </a:r>
          <a:endParaRPr lang="en-IN" sz="500" kern="1200"/>
        </a:p>
      </dsp:txBody>
      <dsp:txXfrm>
        <a:off x="53850" y="30321726"/>
        <a:ext cx="2780" cy="1390"/>
      </dsp:txXfrm>
    </dsp:sp>
    <dsp:sp modelId="{B2CC2984-F21B-469D-94E0-D8BB7AC7ABBC}">
      <dsp:nvSpPr>
        <dsp:cNvPr id="0" name=""/>
        <dsp:cNvSpPr/>
      </dsp:nvSpPr>
      <dsp:spPr>
        <a:xfrm>
          <a:off x="57215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System Output</a:t>
          </a:r>
          <a:endParaRPr lang="en-IN" sz="500" kern="1200"/>
        </a:p>
      </dsp:txBody>
      <dsp:txXfrm>
        <a:off x="57215" y="30321726"/>
        <a:ext cx="2780" cy="1390"/>
      </dsp:txXfrm>
    </dsp:sp>
    <dsp:sp modelId="{8B0451EE-36AF-4FB1-9A56-D8EFACF1DF04}">
      <dsp:nvSpPr>
        <dsp:cNvPr id="0" name=""/>
        <dsp:cNvSpPr/>
      </dsp:nvSpPr>
      <dsp:spPr>
        <a:xfrm>
          <a:off x="60579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Sample Queries</a:t>
          </a:r>
          <a:endParaRPr lang="en-IN" sz="500" kern="1200"/>
        </a:p>
      </dsp:txBody>
      <dsp:txXfrm>
        <a:off x="60579" y="30321726"/>
        <a:ext cx="2780" cy="1390"/>
      </dsp:txXfrm>
    </dsp:sp>
    <dsp:sp modelId="{863A68D7-ABF7-4AAC-9E25-0D1A2F0E87A4}">
      <dsp:nvSpPr>
        <dsp:cNvPr id="0" name=""/>
        <dsp:cNvSpPr/>
      </dsp:nvSpPr>
      <dsp:spPr>
        <a:xfrm>
          <a:off x="63944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What is the highest-selling product? </a:t>
          </a:r>
        </a:p>
      </dsp:txBody>
      <dsp:txXfrm>
        <a:off x="63944" y="30321726"/>
        <a:ext cx="2780" cy="1390"/>
      </dsp:txXfrm>
    </dsp:sp>
    <dsp:sp modelId="{A6E6A994-5B59-4B87-828F-2F0E6C98B755}">
      <dsp:nvSpPr>
        <dsp:cNvPr id="0" name=""/>
        <dsp:cNvSpPr/>
      </dsp:nvSpPr>
      <dsp:spPr>
        <a:xfrm>
          <a:off x="67308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Which region generated the highest revenue? </a:t>
          </a:r>
        </a:p>
      </dsp:txBody>
      <dsp:txXfrm>
        <a:off x="67308" y="30321726"/>
        <a:ext cx="2780" cy="1390"/>
      </dsp:txXfrm>
    </dsp:sp>
    <dsp:sp modelId="{F53F1598-89F7-40B1-B545-70FB8C4CC5C9}">
      <dsp:nvSpPr>
        <dsp:cNvPr id="0" name=""/>
        <dsp:cNvSpPr/>
      </dsp:nvSpPr>
      <dsp:spPr>
        <a:xfrm>
          <a:off x="70673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What are the monthly sales trends? </a:t>
          </a:r>
        </a:p>
      </dsp:txBody>
      <dsp:txXfrm>
        <a:off x="70673" y="30321726"/>
        <a:ext cx="2780" cy="1390"/>
      </dsp:txXfrm>
    </dsp:sp>
    <dsp:sp modelId="{3F5A62AD-8A61-4409-9D61-2E5449091A27}">
      <dsp:nvSpPr>
        <dsp:cNvPr id="0" name=""/>
        <dsp:cNvSpPr/>
      </dsp:nvSpPr>
      <dsp:spPr>
        <a:xfrm>
          <a:off x="74037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Generated Output</a:t>
          </a:r>
          <a:endParaRPr lang="en-IN" sz="500" kern="1200"/>
        </a:p>
      </dsp:txBody>
      <dsp:txXfrm>
        <a:off x="74037" y="30321726"/>
        <a:ext cx="2780" cy="1390"/>
      </dsp:txXfrm>
    </dsp:sp>
    <dsp:sp modelId="{A97E72C2-BAF0-4C84-B1F1-5258E97765EF}">
      <dsp:nvSpPr>
        <dsp:cNvPr id="0" name=""/>
        <dsp:cNvSpPr/>
      </dsp:nvSpPr>
      <dsp:spPr>
        <a:xfrm>
          <a:off x="77402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📊 Interactive HTML Dashboard</a:t>
          </a:r>
        </a:p>
      </dsp:txBody>
      <dsp:txXfrm>
        <a:off x="77402" y="30321726"/>
        <a:ext cx="2780" cy="1390"/>
      </dsp:txXfrm>
    </dsp:sp>
    <dsp:sp modelId="{6F430980-D0B8-47E6-83AF-25F594BAC0CB}">
      <dsp:nvSpPr>
        <dsp:cNvPr id="0" name=""/>
        <dsp:cNvSpPr/>
      </dsp:nvSpPr>
      <dsp:spPr>
        <a:xfrm>
          <a:off x="80766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📈 Business Performance Analysis</a:t>
          </a:r>
        </a:p>
      </dsp:txBody>
      <dsp:txXfrm>
        <a:off x="80766" y="30321726"/>
        <a:ext cx="2780" cy="1390"/>
      </dsp:txXfrm>
    </dsp:sp>
    <dsp:sp modelId="{2BF4E106-4432-4176-862F-4A7123DBA097}">
      <dsp:nvSpPr>
        <dsp:cNvPr id="0" name=""/>
        <dsp:cNvSpPr/>
      </dsp:nvSpPr>
      <dsp:spPr>
        <a:xfrm>
          <a:off x="84130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📋 Automated Reports</a:t>
          </a:r>
        </a:p>
      </dsp:txBody>
      <dsp:txXfrm>
        <a:off x="84130" y="30321726"/>
        <a:ext cx="2780" cy="1390"/>
      </dsp:txXfrm>
    </dsp:sp>
    <dsp:sp modelId="{834E9A8F-78AA-4A76-A05D-A90207CB562D}">
      <dsp:nvSpPr>
        <dsp:cNvPr id="0" name=""/>
        <dsp:cNvSpPr/>
      </dsp:nvSpPr>
      <dsp:spPr>
        <a:xfrm>
          <a:off x="87495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💡 Actionable Business Insights</a:t>
          </a:r>
        </a:p>
      </dsp:txBody>
      <dsp:txXfrm>
        <a:off x="87495" y="30321726"/>
        <a:ext cx="2780" cy="1390"/>
      </dsp:txXfrm>
    </dsp:sp>
    <dsp:sp modelId="{54C5046A-2700-497B-A9EC-5C0B8E25B0CB}">
      <dsp:nvSpPr>
        <dsp:cNvPr id="0" name=""/>
        <dsp:cNvSpPr/>
      </dsp:nvSpPr>
      <dsp:spPr>
        <a:xfrm>
          <a:off x="90859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Result</a:t>
          </a:r>
          <a:endParaRPr lang="en-IN" sz="500" kern="1200"/>
        </a:p>
      </dsp:txBody>
      <dsp:txXfrm>
        <a:off x="90859" y="30321726"/>
        <a:ext cx="2780" cy="1390"/>
      </dsp:txXfrm>
    </dsp:sp>
    <dsp:sp modelId="{EE3F94CD-A372-43B6-AA95-F03E3ADFE666}">
      <dsp:nvSpPr>
        <dsp:cNvPr id="0" name=""/>
        <dsp:cNvSpPr/>
      </dsp:nvSpPr>
      <dsp:spPr>
        <a:xfrm>
          <a:off x="94224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Users receive accurate and real-time insights without manual report generation.</a:t>
          </a:r>
        </a:p>
      </dsp:txBody>
      <dsp:txXfrm>
        <a:off x="94224" y="30321726"/>
        <a:ext cx="2780" cy="1390"/>
      </dsp:txXfrm>
    </dsp:sp>
    <dsp:sp modelId="{856C2E88-94F9-48A5-95A0-80F065564DF8}">
      <dsp:nvSpPr>
        <dsp:cNvPr id="0" name=""/>
        <dsp:cNvSpPr/>
      </dsp:nvSpPr>
      <dsp:spPr>
        <a:xfrm>
          <a:off x="97588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i="1" kern="1200"/>
            <a:t>(Insert your HTML dashboard screenshot here.)</a:t>
          </a:r>
          <a:endParaRPr lang="en-IN" sz="500" kern="1200"/>
        </a:p>
      </dsp:txBody>
      <dsp:txXfrm>
        <a:off x="97588" y="30321726"/>
        <a:ext cx="2780" cy="1390"/>
      </dsp:txXfrm>
    </dsp:sp>
    <dsp:sp modelId="{68B5A9A9-3D3B-496E-B0E1-7E5B1BF4BA78}">
      <dsp:nvSpPr>
        <dsp:cNvPr id="0" name=""/>
        <dsp:cNvSpPr/>
      </dsp:nvSpPr>
      <dsp:spPr>
        <a:xfrm>
          <a:off x="100953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00953" y="30321726"/>
        <a:ext cx="2780" cy="1390"/>
      </dsp:txXfrm>
    </dsp:sp>
    <dsp:sp modelId="{DA3505B3-91B2-4080-9CD5-EF634D2899A7}">
      <dsp:nvSpPr>
        <dsp:cNvPr id="0" name=""/>
        <dsp:cNvSpPr/>
      </dsp:nvSpPr>
      <dsp:spPr>
        <a:xfrm>
          <a:off x="104317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Slide 6 – Conclusion</a:t>
          </a:r>
          <a:endParaRPr lang="en-IN" sz="500" kern="1200"/>
        </a:p>
      </dsp:txBody>
      <dsp:txXfrm>
        <a:off x="104317" y="30321726"/>
        <a:ext cx="2780" cy="1390"/>
      </dsp:txXfrm>
    </dsp:sp>
    <dsp:sp modelId="{50F80BE9-F90E-416C-8C44-597D5BBCD9EA}">
      <dsp:nvSpPr>
        <dsp:cNvPr id="0" name=""/>
        <dsp:cNvSpPr/>
      </dsp:nvSpPr>
      <dsp:spPr>
        <a:xfrm>
          <a:off x="107682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Conclusion</a:t>
          </a:r>
          <a:endParaRPr lang="en-IN" sz="500" kern="1200"/>
        </a:p>
      </dsp:txBody>
      <dsp:txXfrm>
        <a:off x="107682" y="30321726"/>
        <a:ext cx="2780" cy="1390"/>
      </dsp:txXfrm>
    </dsp:sp>
    <dsp:sp modelId="{6C410F43-EA1A-41CD-ABAE-2962A3286A70}">
      <dsp:nvSpPr>
        <dsp:cNvPr id="0" name=""/>
        <dsp:cNvSpPr/>
      </dsp:nvSpPr>
      <dsp:spPr>
        <a:xfrm>
          <a:off x="111046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✅ Reduces dashboard creation and maintenance effort.</a:t>
          </a:r>
        </a:p>
      </dsp:txBody>
      <dsp:txXfrm>
        <a:off x="111046" y="30321726"/>
        <a:ext cx="2780" cy="1390"/>
      </dsp:txXfrm>
    </dsp:sp>
    <dsp:sp modelId="{9AC7024B-CFA3-4795-8084-0DF18EBE8B8B}">
      <dsp:nvSpPr>
        <dsp:cNvPr id="0" name=""/>
        <dsp:cNvSpPr/>
      </dsp:nvSpPr>
      <dsp:spPr>
        <a:xfrm>
          <a:off x="114411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✅ Enables stakeholders to access insights instantly.</a:t>
          </a:r>
        </a:p>
      </dsp:txBody>
      <dsp:txXfrm>
        <a:off x="114411" y="30321726"/>
        <a:ext cx="2780" cy="1390"/>
      </dsp:txXfrm>
    </dsp:sp>
    <dsp:sp modelId="{EF7B9364-47CB-4E1A-9544-59BF1BB5A31A}">
      <dsp:nvSpPr>
        <dsp:cNvPr id="0" name=""/>
        <dsp:cNvSpPr/>
      </dsp:nvSpPr>
      <dsp:spPr>
        <a:xfrm>
          <a:off x="117775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✅ Improves efficiency through AI-driven automation.</a:t>
          </a:r>
        </a:p>
      </dsp:txBody>
      <dsp:txXfrm>
        <a:off x="117775" y="30321726"/>
        <a:ext cx="2780" cy="1390"/>
      </dsp:txXfrm>
    </dsp:sp>
    <dsp:sp modelId="{422BA0E3-164A-4291-B314-6BE2C155E93D}">
      <dsp:nvSpPr>
        <dsp:cNvPr id="0" name=""/>
        <dsp:cNvSpPr/>
      </dsp:nvSpPr>
      <dsp:spPr>
        <a:xfrm>
          <a:off x="121140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✅ Supports faster and more informed decision-making.</a:t>
          </a:r>
        </a:p>
      </dsp:txBody>
      <dsp:txXfrm>
        <a:off x="121140" y="30321726"/>
        <a:ext cx="2780" cy="1390"/>
      </dsp:txXfrm>
    </dsp:sp>
    <dsp:sp modelId="{AE3B5DFE-99BB-4E9E-9A29-8A8607F10002}">
      <dsp:nvSpPr>
        <dsp:cNvPr id="0" name=""/>
        <dsp:cNvSpPr/>
      </dsp:nvSpPr>
      <dsp:spPr>
        <a:xfrm>
          <a:off x="124504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✅ Bridges the gap between business data and actionable insights.</a:t>
          </a:r>
        </a:p>
      </dsp:txBody>
      <dsp:txXfrm>
        <a:off x="124504" y="30321726"/>
        <a:ext cx="2780" cy="1390"/>
      </dsp:txXfrm>
    </dsp:sp>
    <dsp:sp modelId="{D6BB40A6-422E-4D40-BA07-12B046D8B900}">
      <dsp:nvSpPr>
        <dsp:cNvPr id="0" name=""/>
        <dsp:cNvSpPr/>
      </dsp:nvSpPr>
      <dsp:spPr>
        <a:xfrm>
          <a:off x="127869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Future Enhancement</a:t>
          </a:r>
          <a:endParaRPr lang="en-IN" sz="500" kern="1200"/>
        </a:p>
      </dsp:txBody>
      <dsp:txXfrm>
        <a:off x="127869" y="30321726"/>
        <a:ext cx="2780" cy="1390"/>
      </dsp:txXfrm>
    </dsp:sp>
    <dsp:sp modelId="{4F3C9B98-D8E3-4D5E-96C0-7C48777E6918}">
      <dsp:nvSpPr>
        <dsp:cNvPr id="0" name=""/>
        <dsp:cNvSpPr/>
      </dsp:nvSpPr>
      <dsp:spPr>
        <a:xfrm>
          <a:off x="131233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Real-time data integration </a:t>
          </a:r>
        </a:p>
      </dsp:txBody>
      <dsp:txXfrm>
        <a:off x="131233" y="30321726"/>
        <a:ext cx="2780" cy="1390"/>
      </dsp:txXfrm>
    </dsp:sp>
    <dsp:sp modelId="{86011DAC-0914-401D-9836-B35F79341D1D}">
      <dsp:nvSpPr>
        <dsp:cNvPr id="0" name=""/>
        <dsp:cNvSpPr/>
      </dsp:nvSpPr>
      <dsp:spPr>
        <a:xfrm>
          <a:off x="134598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Predictive analytics </a:t>
          </a:r>
        </a:p>
      </dsp:txBody>
      <dsp:txXfrm>
        <a:off x="134598" y="30321726"/>
        <a:ext cx="2780" cy="1390"/>
      </dsp:txXfrm>
    </dsp:sp>
    <dsp:sp modelId="{893850D5-FB02-44CC-A33F-C3B3822B0535}">
      <dsp:nvSpPr>
        <dsp:cNvPr id="0" name=""/>
        <dsp:cNvSpPr/>
      </dsp:nvSpPr>
      <dsp:spPr>
        <a:xfrm>
          <a:off x="137962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Advanced AI recommendations </a:t>
          </a:r>
        </a:p>
      </dsp:txBody>
      <dsp:txXfrm>
        <a:off x="137962" y="30321726"/>
        <a:ext cx="2780" cy="1390"/>
      </dsp:txXfrm>
    </dsp:sp>
    <dsp:sp modelId="{F878E779-8F9E-4D66-8043-FB9AD377CC59}">
      <dsp:nvSpPr>
        <dsp:cNvPr id="0" name=""/>
        <dsp:cNvSpPr/>
      </dsp:nvSpPr>
      <dsp:spPr>
        <a:xfrm>
          <a:off x="141327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Thank You</a:t>
          </a:r>
          <a:endParaRPr lang="en-IN" sz="500" kern="1200"/>
        </a:p>
      </dsp:txBody>
      <dsp:txXfrm>
        <a:off x="141327" y="30321726"/>
        <a:ext cx="2780" cy="1390"/>
      </dsp:txXfrm>
    </dsp:sp>
    <dsp:sp modelId="{047FA78C-C9BD-43CF-B06A-1CDCE440CD57}">
      <dsp:nvSpPr>
        <dsp:cNvPr id="0" name=""/>
        <dsp:cNvSpPr/>
      </dsp:nvSpPr>
      <dsp:spPr>
        <a:xfrm>
          <a:off x="144691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Questions &amp; Answers</a:t>
          </a:r>
          <a:endParaRPr lang="en-IN" sz="500" kern="1200"/>
        </a:p>
      </dsp:txBody>
      <dsp:txXfrm>
        <a:off x="144691" y="30321726"/>
        <a:ext cx="2780" cy="1390"/>
      </dsp:txXfrm>
    </dsp:sp>
    <dsp:sp modelId="{FFC48732-C014-4892-A98F-19E1C2B90154}">
      <dsp:nvSpPr>
        <dsp:cNvPr id="0" name=""/>
        <dsp:cNvSpPr/>
      </dsp:nvSpPr>
      <dsp:spPr>
        <a:xfrm>
          <a:off x="148056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AI-Powered Business Intelligence Assistant</a:t>
          </a:r>
          <a:endParaRPr lang="en-IN" sz="500" kern="1200"/>
        </a:p>
      </dsp:txBody>
      <dsp:txXfrm>
        <a:off x="148056" y="30321726"/>
        <a:ext cx="2780" cy="1390"/>
      </dsp:txXfrm>
    </dsp:sp>
    <dsp:sp modelId="{E17DD8B7-93BF-4AAD-AA05-511772A24446}">
      <dsp:nvSpPr>
        <dsp:cNvPr id="0" name=""/>
        <dsp:cNvSpPr/>
      </dsp:nvSpPr>
      <dsp:spPr>
        <a:xfrm>
          <a:off x="151420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Objective Transform business data into meaningful insights through AI-driven analytics and automated dashboard generation. Add this to slide two</a:t>
          </a:r>
        </a:p>
      </dsp:txBody>
      <dsp:txXfrm>
        <a:off x="151420" y="30321726"/>
        <a:ext cx="2780" cy="1390"/>
      </dsp:txXfrm>
    </dsp:sp>
    <dsp:sp modelId="{2B178C68-1558-49BA-8BE0-725302BA4E9F}">
      <dsp:nvSpPr>
        <dsp:cNvPr id="0" name=""/>
        <dsp:cNvSpPr/>
      </dsp:nvSpPr>
      <dsp:spPr>
        <a:xfrm>
          <a:off x="154785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Yes, that's a good addition. You can place the </a:t>
          </a:r>
          <a:r>
            <a:rPr lang="en-IN" sz="500" b="1" kern="1200"/>
            <a:t>Objective</a:t>
          </a:r>
          <a:r>
            <a:rPr lang="en-IN" sz="500" kern="1200"/>
            <a:t> section at the bottom of </a:t>
          </a:r>
          <a:r>
            <a:rPr lang="en-IN" sz="500" b="1" kern="1200"/>
            <a:t>Slide 2 – Problem Statement</a:t>
          </a:r>
          <a:r>
            <a:rPr lang="en-IN" sz="500" kern="1200"/>
            <a:t>.</a:t>
          </a:r>
        </a:p>
      </dsp:txBody>
      <dsp:txXfrm>
        <a:off x="154785" y="30321726"/>
        <a:ext cx="2780" cy="1390"/>
      </dsp:txXfrm>
    </dsp:sp>
    <dsp:sp modelId="{8EAE61DA-161D-42A1-9724-28E6D742AE19}">
      <dsp:nvSpPr>
        <dsp:cNvPr id="0" name=""/>
        <dsp:cNvSpPr/>
      </dsp:nvSpPr>
      <dsp:spPr>
        <a:xfrm>
          <a:off x="158149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Slide 2 – Problem Statement</a:t>
          </a:r>
          <a:endParaRPr lang="en-IN" sz="500" kern="1200"/>
        </a:p>
      </dsp:txBody>
      <dsp:txXfrm>
        <a:off x="158149" y="30321726"/>
        <a:ext cx="2780" cy="1390"/>
      </dsp:txXfrm>
    </dsp:sp>
    <dsp:sp modelId="{6E259986-8F5D-42F3-806F-B68ABFB3CBC9}">
      <dsp:nvSpPr>
        <dsp:cNvPr id="0" name=""/>
        <dsp:cNvSpPr/>
      </dsp:nvSpPr>
      <dsp:spPr>
        <a:xfrm>
          <a:off x="161514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Problem Statement</a:t>
          </a:r>
          <a:endParaRPr lang="en-IN" sz="500" kern="1200"/>
        </a:p>
      </dsp:txBody>
      <dsp:txXfrm>
        <a:off x="161514" y="30321726"/>
        <a:ext cx="2780" cy="1390"/>
      </dsp:txXfrm>
    </dsp:sp>
    <dsp:sp modelId="{09CE2222-53D1-4D15-A953-DE4EE70E0BA1}">
      <dsp:nvSpPr>
        <dsp:cNvPr id="0" name=""/>
        <dsp:cNvSpPr/>
      </dsp:nvSpPr>
      <dsp:spPr>
        <a:xfrm>
          <a:off x="164878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🔹 Organizations generate large volumes of business data every day.</a:t>
          </a:r>
        </a:p>
      </dsp:txBody>
      <dsp:txXfrm>
        <a:off x="164878" y="30321726"/>
        <a:ext cx="2780" cy="1390"/>
      </dsp:txXfrm>
    </dsp:sp>
    <dsp:sp modelId="{8ACD6482-D2F6-4205-A3F6-0B7269111DD1}">
      <dsp:nvSpPr>
        <dsp:cNvPr id="0" name=""/>
        <dsp:cNvSpPr/>
      </dsp:nvSpPr>
      <dsp:spPr>
        <a:xfrm>
          <a:off x="168242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🔹 Data analysts spend significant time creating and updating dashboards.</a:t>
          </a:r>
        </a:p>
      </dsp:txBody>
      <dsp:txXfrm>
        <a:off x="168242" y="30321726"/>
        <a:ext cx="2780" cy="1390"/>
      </dsp:txXfrm>
    </dsp:sp>
    <dsp:sp modelId="{7A3B8526-8FB0-4917-98F8-41E17290D164}">
      <dsp:nvSpPr>
        <dsp:cNvPr id="0" name=""/>
        <dsp:cNvSpPr/>
      </dsp:nvSpPr>
      <dsp:spPr>
        <a:xfrm>
          <a:off x="171607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🔹 Business stakeholders depend on analysts for reports and insights.</a:t>
          </a:r>
        </a:p>
      </dsp:txBody>
      <dsp:txXfrm>
        <a:off x="171607" y="30321726"/>
        <a:ext cx="2780" cy="1390"/>
      </dsp:txXfrm>
    </dsp:sp>
    <dsp:sp modelId="{EF63522C-2B79-4866-B9F4-556DFABB714F}">
      <dsp:nvSpPr>
        <dsp:cNvPr id="0" name=""/>
        <dsp:cNvSpPr/>
      </dsp:nvSpPr>
      <dsp:spPr>
        <a:xfrm>
          <a:off x="174971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🔹 Traditional reporting methods are slow and require manual effort.</a:t>
          </a:r>
        </a:p>
      </dsp:txBody>
      <dsp:txXfrm>
        <a:off x="174971" y="30321726"/>
        <a:ext cx="2780" cy="1390"/>
      </dsp:txXfrm>
    </dsp:sp>
    <dsp:sp modelId="{18524633-0B80-4992-B57A-420828588247}">
      <dsp:nvSpPr>
        <dsp:cNvPr id="0" name=""/>
        <dsp:cNvSpPr/>
      </dsp:nvSpPr>
      <dsp:spPr>
        <a:xfrm>
          <a:off x="178336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🔹 Delayed access to information affects timely decision-making.</a:t>
          </a:r>
        </a:p>
      </dsp:txBody>
      <dsp:txXfrm>
        <a:off x="178336" y="30321726"/>
        <a:ext cx="2780" cy="1390"/>
      </dsp:txXfrm>
    </dsp:sp>
    <dsp:sp modelId="{4D7AD4DF-E154-4462-967E-A18F47C6CA39}">
      <dsp:nvSpPr>
        <dsp:cNvPr id="0" name=""/>
        <dsp:cNvSpPr/>
      </dsp:nvSpPr>
      <dsp:spPr>
        <a:xfrm>
          <a:off x="181700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Objective</a:t>
          </a:r>
          <a:endParaRPr lang="en-IN" sz="500" kern="1200"/>
        </a:p>
      </dsp:txBody>
      <dsp:txXfrm>
        <a:off x="181700" y="30321726"/>
        <a:ext cx="2780" cy="1390"/>
      </dsp:txXfrm>
    </dsp:sp>
    <dsp:sp modelId="{B5E98043-958A-4819-BBF2-BA7317E44887}">
      <dsp:nvSpPr>
        <dsp:cNvPr id="0" name=""/>
        <dsp:cNvSpPr/>
      </dsp:nvSpPr>
      <dsp:spPr>
        <a:xfrm>
          <a:off x="185065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🎯 </a:t>
          </a:r>
          <a:r>
            <a:rPr lang="en-IN" sz="500" b="1" kern="1200"/>
            <a:t>Transform business data into meaningful insights through AI-driven analytics and automated dashboard generation.</a:t>
          </a:r>
          <a:endParaRPr lang="en-IN" sz="500" kern="1200"/>
        </a:p>
      </dsp:txBody>
      <dsp:txXfrm>
        <a:off x="185065" y="30321726"/>
        <a:ext cx="2780" cy="1390"/>
      </dsp:txXfrm>
    </dsp:sp>
    <dsp:sp modelId="{61FA4898-EC9B-414E-BCE9-EA4245D95212}">
      <dsp:nvSpPr>
        <dsp:cNvPr id="0" name=""/>
        <dsp:cNvSpPr/>
      </dsp:nvSpPr>
      <dsp:spPr>
        <a:xfrm>
          <a:off x="188429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Need</a:t>
          </a:r>
          <a:endParaRPr lang="en-IN" sz="500" kern="1200"/>
        </a:p>
      </dsp:txBody>
      <dsp:txXfrm>
        <a:off x="188429" y="30321726"/>
        <a:ext cx="2780" cy="1390"/>
      </dsp:txXfrm>
    </dsp:sp>
    <dsp:sp modelId="{D007A41B-F785-43D3-B0D2-FC9074B5DD2E}">
      <dsp:nvSpPr>
        <dsp:cNvPr id="0" name=""/>
        <dsp:cNvSpPr/>
      </dsp:nvSpPr>
      <dsp:spPr>
        <a:xfrm>
          <a:off x="191794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✔ Automate data analysis and dashboard creation.</a:t>
          </a:r>
        </a:p>
      </dsp:txBody>
      <dsp:txXfrm>
        <a:off x="191794" y="30321726"/>
        <a:ext cx="2780" cy="1390"/>
      </dsp:txXfrm>
    </dsp:sp>
    <dsp:sp modelId="{019B0F05-CD94-4C0A-BA91-E85813E57819}">
      <dsp:nvSpPr>
        <dsp:cNvPr id="0" name=""/>
        <dsp:cNvSpPr/>
      </dsp:nvSpPr>
      <dsp:spPr>
        <a:xfrm>
          <a:off x="195158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✔ Provide instant business insights for stakeholders.</a:t>
          </a:r>
        </a:p>
      </dsp:txBody>
      <dsp:txXfrm>
        <a:off x="195158" y="30321726"/>
        <a:ext cx="2780" cy="1390"/>
      </dsp:txXfrm>
    </dsp:sp>
    <dsp:sp modelId="{CB4D5C7C-759D-4C51-858B-4DDFAD6EB9BA}">
      <dsp:nvSpPr>
        <dsp:cNvPr id="0" name=""/>
        <dsp:cNvSpPr/>
      </dsp:nvSpPr>
      <dsp:spPr>
        <a:xfrm>
          <a:off x="198523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✔ Enable faster and data-driven decision-making.</a:t>
          </a:r>
        </a:p>
      </dsp:txBody>
      <dsp:txXfrm>
        <a:off x="198523" y="30321726"/>
        <a:ext cx="2780" cy="1390"/>
      </dsp:txXfrm>
    </dsp:sp>
    <dsp:sp modelId="{25011FE6-9C12-4496-8B7A-D70537EC2E71}">
      <dsp:nvSpPr>
        <dsp:cNvPr id="0" name=""/>
        <dsp:cNvSpPr/>
      </dsp:nvSpPr>
      <dsp:spPr>
        <a:xfrm>
          <a:off x="201887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This makes Slide 2 complete by showing:</a:t>
          </a:r>
          <a:br>
            <a:rPr lang="en-IN" sz="500" kern="1200"/>
          </a:br>
          <a:r>
            <a:rPr lang="en-IN" sz="500" b="1" kern="1200"/>
            <a:t>Problem → Need → Objective</a:t>
          </a:r>
          <a:r>
            <a:rPr lang="en-IN" sz="500" kern="1200"/>
            <a:t>.</a:t>
          </a:r>
        </a:p>
      </dsp:txBody>
      <dsp:txXfrm>
        <a:off x="201887" y="30321726"/>
        <a:ext cx="2780" cy="1390"/>
      </dsp:txXfrm>
    </dsp:sp>
    <dsp:sp modelId="{525BDB71-81E6-4A76-A687-FF94F0164A00}">
      <dsp:nvSpPr>
        <dsp:cNvPr id="0" name=""/>
        <dsp:cNvSpPr/>
      </dsp:nvSpPr>
      <dsp:spPr>
        <a:xfrm>
          <a:off x="205252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Title → 2. Problem Statement → 3. Proposed Solution → 4. Workflow → 5. Output → 6. Conclusion give content in this flow I need simple to understand purpose of our in presentation </a:t>
          </a:r>
        </a:p>
      </dsp:txBody>
      <dsp:txXfrm>
        <a:off x="205252" y="30321726"/>
        <a:ext cx="2780" cy="1390"/>
      </dsp:txXfrm>
    </dsp:sp>
    <dsp:sp modelId="{3DFB86B9-EF3D-4C26-8EE4-AB88B775426F}">
      <dsp:nvSpPr>
        <dsp:cNvPr id="0" name=""/>
        <dsp:cNvSpPr/>
      </dsp:nvSpPr>
      <dsp:spPr>
        <a:xfrm>
          <a:off x="208616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For a presentation, judges and audience should quickly understand </a:t>
          </a:r>
          <a:r>
            <a:rPr lang="en-IN" sz="500" b="1" kern="1200"/>
            <a:t>what problem you identified, what solution you built, how it works, and what output it gives</a:t>
          </a:r>
          <a:r>
            <a:rPr lang="en-IN" sz="500" kern="1200"/>
            <a:t>. Keep the slides short and clear.</a:t>
          </a:r>
        </a:p>
      </dsp:txBody>
      <dsp:txXfrm>
        <a:off x="208616" y="30321726"/>
        <a:ext cx="2780" cy="1390"/>
      </dsp:txXfrm>
    </dsp:sp>
    <dsp:sp modelId="{20E1DA5C-735C-4255-B0A3-5AC0639B1269}">
      <dsp:nvSpPr>
        <dsp:cNvPr id="0" name=""/>
        <dsp:cNvSpPr/>
      </dsp:nvSpPr>
      <dsp:spPr>
        <a:xfrm>
          <a:off x="211981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Slide 1 – Title</a:t>
          </a:r>
          <a:endParaRPr lang="en-IN" sz="500" kern="1200"/>
        </a:p>
      </dsp:txBody>
      <dsp:txXfrm>
        <a:off x="211981" y="30321726"/>
        <a:ext cx="2780" cy="1390"/>
      </dsp:txXfrm>
    </dsp:sp>
    <dsp:sp modelId="{0F29B699-6064-4399-8324-928D51E4FC86}">
      <dsp:nvSpPr>
        <dsp:cNvPr id="0" name=""/>
        <dsp:cNvSpPr/>
      </dsp:nvSpPr>
      <dsp:spPr>
        <a:xfrm>
          <a:off x="215345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AI-Powered Business Intelligence Assistant</a:t>
          </a:r>
          <a:endParaRPr lang="en-IN" sz="500" kern="1200"/>
        </a:p>
      </dsp:txBody>
      <dsp:txXfrm>
        <a:off x="215345" y="30321726"/>
        <a:ext cx="2780" cy="1390"/>
      </dsp:txXfrm>
    </dsp:sp>
    <dsp:sp modelId="{C36BE4BE-EB7E-4275-8D69-008DF3B69106}">
      <dsp:nvSpPr>
        <dsp:cNvPr id="0" name=""/>
        <dsp:cNvSpPr/>
      </dsp:nvSpPr>
      <dsp:spPr>
        <a:xfrm>
          <a:off x="218710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Team Members</a:t>
          </a:r>
          <a:endParaRPr lang="en-IN" sz="500" kern="1200"/>
        </a:p>
      </dsp:txBody>
      <dsp:txXfrm>
        <a:off x="218710" y="30321726"/>
        <a:ext cx="2780" cy="1390"/>
      </dsp:txXfrm>
    </dsp:sp>
    <dsp:sp modelId="{A349CD1F-6D5D-4927-B861-9E42FC659B49}">
      <dsp:nvSpPr>
        <dsp:cNvPr id="0" name=""/>
        <dsp:cNvSpPr/>
      </dsp:nvSpPr>
      <dsp:spPr>
        <a:xfrm>
          <a:off x="222074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Rama Priya M M </a:t>
          </a:r>
        </a:p>
      </dsp:txBody>
      <dsp:txXfrm>
        <a:off x="222074" y="30321726"/>
        <a:ext cx="2780" cy="1390"/>
      </dsp:txXfrm>
    </dsp:sp>
    <dsp:sp modelId="{5C257910-8015-489F-A4D6-61588683AECA}">
      <dsp:nvSpPr>
        <dsp:cNvPr id="0" name=""/>
        <dsp:cNvSpPr/>
      </dsp:nvSpPr>
      <dsp:spPr>
        <a:xfrm>
          <a:off x="225439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Team Member 2 </a:t>
          </a:r>
        </a:p>
      </dsp:txBody>
      <dsp:txXfrm>
        <a:off x="225439" y="30321726"/>
        <a:ext cx="2780" cy="1390"/>
      </dsp:txXfrm>
    </dsp:sp>
    <dsp:sp modelId="{A3D8DFED-1459-485F-8511-F965B5FC1828}">
      <dsp:nvSpPr>
        <dsp:cNvPr id="0" name=""/>
        <dsp:cNvSpPr/>
      </dsp:nvSpPr>
      <dsp:spPr>
        <a:xfrm>
          <a:off x="228803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Team Member 3 </a:t>
          </a:r>
        </a:p>
      </dsp:txBody>
      <dsp:txXfrm>
        <a:off x="228803" y="30321726"/>
        <a:ext cx="2780" cy="1390"/>
      </dsp:txXfrm>
    </dsp:sp>
    <dsp:sp modelId="{DA0DF361-FD1F-4993-92BF-E45607FB0D36}">
      <dsp:nvSpPr>
        <dsp:cNvPr id="0" name=""/>
        <dsp:cNvSpPr/>
      </dsp:nvSpPr>
      <dsp:spPr>
        <a:xfrm>
          <a:off x="232168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Team Member 4 </a:t>
          </a:r>
        </a:p>
      </dsp:txBody>
      <dsp:txXfrm>
        <a:off x="232168" y="30321726"/>
        <a:ext cx="2780" cy="1390"/>
      </dsp:txXfrm>
    </dsp:sp>
    <dsp:sp modelId="{00A380C4-ED8A-4D42-9DFA-CAE33BE82CF2}">
      <dsp:nvSpPr>
        <dsp:cNvPr id="0" name=""/>
        <dsp:cNvSpPr/>
      </dsp:nvSpPr>
      <dsp:spPr>
        <a:xfrm>
          <a:off x="235532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Technologies Used</a:t>
          </a:r>
          <a:endParaRPr lang="en-IN" sz="500" kern="1200"/>
        </a:p>
      </dsp:txBody>
      <dsp:txXfrm>
        <a:off x="235532" y="30321726"/>
        <a:ext cx="2780" cy="1390"/>
      </dsp:txXfrm>
    </dsp:sp>
    <dsp:sp modelId="{EC6FF0EA-8522-47EA-BD4A-34DC0C2C3A9A}">
      <dsp:nvSpPr>
        <dsp:cNvPr id="0" name=""/>
        <dsp:cNvSpPr/>
      </dsp:nvSpPr>
      <dsp:spPr>
        <a:xfrm>
          <a:off x="238897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n8n </a:t>
          </a:r>
        </a:p>
      </dsp:txBody>
      <dsp:txXfrm>
        <a:off x="238897" y="30321726"/>
        <a:ext cx="2780" cy="1390"/>
      </dsp:txXfrm>
    </dsp:sp>
    <dsp:sp modelId="{DEFD345A-CBE1-4A11-9AD1-4C2F4AEE76AD}">
      <dsp:nvSpPr>
        <dsp:cNvPr id="0" name=""/>
        <dsp:cNvSpPr/>
      </dsp:nvSpPr>
      <dsp:spPr>
        <a:xfrm>
          <a:off x="242261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AI Agent </a:t>
          </a:r>
        </a:p>
      </dsp:txBody>
      <dsp:txXfrm>
        <a:off x="242261" y="30321726"/>
        <a:ext cx="2780" cy="1390"/>
      </dsp:txXfrm>
    </dsp:sp>
    <dsp:sp modelId="{D4D70564-336A-4740-BE5B-F1DEEFB0096A}">
      <dsp:nvSpPr>
        <dsp:cNvPr id="0" name=""/>
        <dsp:cNvSpPr/>
      </dsp:nvSpPr>
      <dsp:spPr>
        <a:xfrm>
          <a:off x="245625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SQL Database </a:t>
          </a:r>
        </a:p>
      </dsp:txBody>
      <dsp:txXfrm>
        <a:off x="245625" y="30321726"/>
        <a:ext cx="2780" cy="1390"/>
      </dsp:txXfrm>
    </dsp:sp>
    <dsp:sp modelId="{89B5BC51-F764-4419-9A74-D455EFFA638C}">
      <dsp:nvSpPr>
        <dsp:cNvPr id="0" name=""/>
        <dsp:cNvSpPr/>
      </dsp:nvSpPr>
      <dsp:spPr>
        <a:xfrm>
          <a:off x="248990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HTML Dashboard </a:t>
          </a:r>
        </a:p>
      </dsp:txBody>
      <dsp:txXfrm>
        <a:off x="248990" y="30321726"/>
        <a:ext cx="2780" cy="1390"/>
      </dsp:txXfrm>
    </dsp:sp>
    <dsp:sp modelId="{E9B7ED02-21CA-4AE9-8E1F-0E2F0B092ADF}">
      <dsp:nvSpPr>
        <dsp:cNvPr id="0" name=""/>
        <dsp:cNvSpPr/>
      </dsp:nvSpPr>
      <dsp:spPr>
        <a:xfrm>
          <a:off x="252354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52354" y="30321726"/>
        <a:ext cx="2780" cy="1390"/>
      </dsp:txXfrm>
    </dsp:sp>
    <dsp:sp modelId="{54E908AA-1CA5-451F-9296-E56462555E71}">
      <dsp:nvSpPr>
        <dsp:cNvPr id="0" name=""/>
        <dsp:cNvSpPr/>
      </dsp:nvSpPr>
      <dsp:spPr>
        <a:xfrm>
          <a:off x="255719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Slide 2 – Problem Statement</a:t>
          </a:r>
          <a:endParaRPr lang="en-IN" sz="500" kern="1200"/>
        </a:p>
      </dsp:txBody>
      <dsp:txXfrm>
        <a:off x="255719" y="30321726"/>
        <a:ext cx="2780" cy="1390"/>
      </dsp:txXfrm>
    </dsp:sp>
    <dsp:sp modelId="{C3EEDD17-2758-4B26-B41A-56655266E772}">
      <dsp:nvSpPr>
        <dsp:cNvPr id="0" name=""/>
        <dsp:cNvSpPr/>
      </dsp:nvSpPr>
      <dsp:spPr>
        <a:xfrm>
          <a:off x="259083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Problem Statement</a:t>
          </a:r>
          <a:endParaRPr lang="en-IN" sz="500" kern="1200"/>
        </a:p>
      </dsp:txBody>
      <dsp:txXfrm>
        <a:off x="259083" y="30321726"/>
        <a:ext cx="2780" cy="1390"/>
      </dsp:txXfrm>
    </dsp:sp>
    <dsp:sp modelId="{C5975CE5-9CED-405F-AD87-E58F317B5F0A}">
      <dsp:nvSpPr>
        <dsp:cNvPr id="0" name=""/>
        <dsp:cNvSpPr/>
      </dsp:nvSpPr>
      <dsp:spPr>
        <a:xfrm>
          <a:off x="262448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🔹 Organizations generate large amounts of business data daily.</a:t>
          </a:r>
        </a:p>
      </dsp:txBody>
      <dsp:txXfrm>
        <a:off x="262448" y="30321726"/>
        <a:ext cx="2780" cy="1390"/>
      </dsp:txXfrm>
    </dsp:sp>
    <dsp:sp modelId="{3FA08A3C-62D8-44EB-B0B0-DC3647A42C75}">
      <dsp:nvSpPr>
        <dsp:cNvPr id="0" name=""/>
        <dsp:cNvSpPr/>
      </dsp:nvSpPr>
      <dsp:spPr>
        <a:xfrm>
          <a:off x="265812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🔹 Analysts spend time creating and updating dashboards.</a:t>
          </a:r>
        </a:p>
      </dsp:txBody>
      <dsp:txXfrm>
        <a:off x="265812" y="30321726"/>
        <a:ext cx="2780" cy="1390"/>
      </dsp:txXfrm>
    </dsp:sp>
    <dsp:sp modelId="{F4BC4DCB-5F59-40B4-BD0C-A67FFB18D73A}">
      <dsp:nvSpPr>
        <dsp:cNvPr id="0" name=""/>
        <dsp:cNvSpPr/>
      </dsp:nvSpPr>
      <dsp:spPr>
        <a:xfrm>
          <a:off x="269177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🔹 Stakeholders depend on analysts for reports and insights.</a:t>
          </a:r>
        </a:p>
      </dsp:txBody>
      <dsp:txXfrm>
        <a:off x="269177" y="30321726"/>
        <a:ext cx="2780" cy="1390"/>
      </dsp:txXfrm>
    </dsp:sp>
    <dsp:sp modelId="{4C1D29F6-47EB-4917-8F63-5F430B1394F6}">
      <dsp:nvSpPr>
        <dsp:cNvPr id="0" name=""/>
        <dsp:cNvSpPr/>
      </dsp:nvSpPr>
      <dsp:spPr>
        <a:xfrm>
          <a:off x="272541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🔹 Traditional reporting is time-consuming.</a:t>
          </a:r>
        </a:p>
      </dsp:txBody>
      <dsp:txXfrm>
        <a:off x="272541" y="30321726"/>
        <a:ext cx="2780" cy="1390"/>
      </dsp:txXfrm>
    </dsp:sp>
    <dsp:sp modelId="{E31E2CFB-96CF-4BBE-8BFA-995E74090023}">
      <dsp:nvSpPr>
        <dsp:cNvPr id="0" name=""/>
        <dsp:cNvSpPr/>
      </dsp:nvSpPr>
      <dsp:spPr>
        <a:xfrm>
          <a:off x="275906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🔹 Delayed insights can affect business decisions.</a:t>
          </a:r>
        </a:p>
      </dsp:txBody>
      <dsp:txXfrm>
        <a:off x="275906" y="30321726"/>
        <a:ext cx="2780" cy="1390"/>
      </dsp:txXfrm>
    </dsp:sp>
    <dsp:sp modelId="{CA944095-1481-4C56-91DE-2B702C8E9B9C}">
      <dsp:nvSpPr>
        <dsp:cNvPr id="0" name=""/>
        <dsp:cNvSpPr/>
      </dsp:nvSpPr>
      <dsp:spPr>
        <a:xfrm>
          <a:off x="279270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Objective</a:t>
          </a:r>
          <a:endParaRPr lang="en-IN" sz="500" kern="1200"/>
        </a:p>
      </dsp:txBody>
      <dsp:txXfrm>
        <a:off x="279270" y="30321726"/>
        <a:ext cx="2780" cy="1390"/>
      </dsp:txXfrm>
    </dsp:sp>
    <dsp:sp modelId="{36FE831C-08DF-4EA0-AA18-28764207F24E}">
      <dsp:nvSpPr>
        <dsp:cNvPr id="0" name=""/>
        <dsp:cNvSpPr/>
      </dsp:nvSpPr>
      <dsp:spPr>
        <a:xfrm>
          <a:off x="282635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🎯 Transform business data into meaningful insights through AI-driven analytics and automated dashboard generation.</a:t>
          </a:r>
        </a:p>
      </dsp:txBody>
      <dsp:txXfrm>
        <a:off x="282635" y="30321726"/>
        <a:ext cx="2780" cy="1390"/>
      </dsp:txXfrm>
    </dsp:sp>
    <dsp:sp modelId="{EEA65496-53B7-45A7-9A75-549FAD3927D1}">
      <dsp:nvSpPr>
        <dsp:cNvPr id="0" name=""/>
        <dsp:cNvSpPr/>
      </dsp:nvSpPr>
      <dsp:spPr>
        <a:xfrm>
          <a:off x="285999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85999" y="30321726"/>
        <a:ext cx="2780" cy="1390"/>
      </dsp:txXfrm>
    </dsp:sp>
    <dsp:sp modelId="{DAAB4BAC-7024-4DD8-BB2D-1AC8451051FB}">
      <dsp:nvSpPr>
        <dsp:cNvPr id="0" name=""/>
        <dsp:cNvSpPr/>
      </dsp:nvSpPr>
      <dsp:spPr>
        <a:xfrm>
          <a:off x="289364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Slide 3 – Proposed Solution</a:t>
          </a:r>
          <a:endParaRPr lang="en-IN" sz="500" kern="1200"/>
        </a:p>
      </dsp:txBody>
      <dsp:txXfrm>
        <a:off x="289364" y="30321726"/>
        <a:ext cx="2780" cy="1390"/>
      </dsp:txXfrm>
    </dsp:sp>
    <dsp:sp modelId="{E0A6413E-321C-4214-BDF7-FF613051E547}">
      <dsp:nvSpPr>
        <dsp:cNvPr id="0" name=""/>
        <dsp:cNvSpPr/>
      </dsp:nvSpPr>
      <dsp:spPr>
        <a:xfrm>
          <a:off x="292728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Proposed Solution</a:t>
          </a:r>
          <a:endParaRPr lang="en-IN" sz="500" kern="1200"/>
        </a:p>
      </dsp:txBody>
      <dsp:txXfrm>
        <a:off x="292728" y="30321726"/>
        <a:ext cx="2780" cy="1390"/>
      </dsp:txXfrm>
    </dsp:sp>
    <dsp:sp modelId="{ABE3E90C-3AA7-4F7A-AE69-A24FABEB8A6A}">
      <dsp:nvSpPr>
        <dsp:cNvPr id="0" name=""/>
        <dsp:cNvSpPr/>
      </dsp:nvSpPr>
      <dsp:spPr>
        <a:xfrm>
          <a:off x="296093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We developed an </a:t>
          </a:r>
          <a:r>
            <a:rPr lang="en-IN" sz="500" b="1" kern="1200"/>
            <a:t>AI-Powered Business Intelligence Assistant</a:t>
          </a:r>
          <a:r>
            <a:rPr lang="en-IN" sz="500" kern="1200"/>
            <a:t> that:</a:t>
          </a:r>
        </a:p>
      </dsp:txBody>
      <dsp:txXfrm>
        <a:off x="296093" y="30321726"/>
        <a:ext cx="2780" cy="1390"/>
      </dsp:txXfrm>
    </dsp:sp>
    <dsp:sp modelId="{8ADC61B0-B3A7-4EA3-897D-9C022C9F50C2}">
      <dsp:nvSpPr>
        <dsp:cNvPr id="0" name=""/>
        <dsp:cNvSpPr/>
      </dsp:nvSpPr>
      <dsp:spPr>
        <a:xfrm>
          <a:off x="299457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🤖 Understands user questions in natural language.</a:t>
          </a:r>
        </a:p>
      </dsp:txBody>
      <dsp:txXfrm>
        <a:off x="299457" y="30321726"/>
        <a:ext cx="2780" cy="1390"/>
      </dsp:txXfrm>
    </dsp:sp>
    <dsp:sp modelId="{02A79B9D-0262-43DB-8C7F-F8294077002A}">
      <dsp:nvSpPr>
        <dsp:cNvPr id="0" name=""/>
        <dsp:cNvSpPr/>
      </dsp:nvSpPr>
      <dsp:spPr>
        <a:xfrm>
          <a:off x="302822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🗄️ Connects with business databases.</a:t>
          </a:r>
        </a:p>
      </dsp:txBody>
      <dsp:txXfrm>
        <a:off x="302822" y="30321726"/>
        <a:ext cx="2780" cy="1390"/>
      </dsp:txXfrm>
    </dsp:sp>
    <dsp:sp modelId="{E0B4B164-8F67-4BDD-A919-172157D65FDB}">
      <dsp:nvSpPr>
        <dsp:cNvPr id="0" name=""/>
        <dsp:cNvSpPr/>
      </dsp:nvSpPr>
      <dsp:spPr>
        <a:xfrm>
          <a:off x="306186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📊 Automatically analyzes business data.</a:t>
          </a:r>
        </a:p>
      </dsp:txBody>
      <dsp:txXfrm>
        <a:off x="306186" y="30321726"/>
        <a:ext cx="2780" cy="1390"/>
      </dsp:txXfrm>
    </dsp:sp>
    <dsp:sp modelId="{866617BF-7C18-4887-A381-E9EBD05A2DAD}">
      <dsp:nvSpPr>
        <dsp:cNvPr id="0" name=""/>
        <dsp:cNvSpPr/>
      </dsp:nvSpPr>
      <dsp:spPr>
        <a:xfrm>
          <a:off x="309551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📈 Generates insights and reports.</a:t>
          </a:r>
        </a:p>
      </dsp:txBody>
      <dsp:txXfrm>
        <a:off x="309551" y="30321726"/>
        <a:ext cx="2780" cy="1390"/>
      </dsp:txXfrm>
    </dsp:sp>
    <dsp:sp modelId="{6CD55455-027E-4947-9900-A27A316D4321}">
      <dsp:nvSpPr>
        <dsp:cNvPr id="0" name=""/>
        <dsp:cNvSpPr/>
      </dsp:nvSpPr>
      <dsp:spPr>
        <a:xfrm>
          <a:off x="312915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🌐 Creates interactive HTML dashboards.</a:t>
          </a:r>
        </a:p>
      </dsp:txBody>
      <dsp:txXfrm>
        <a:off x="312915" y="30321726"/>
        <a:ext cx="2780" cy="1390"/>
      </dsp:txXfrm>
    </dsp:sp>
    <dsp:sp modelId="{D6993667-08FB-4C89-8B69-15E930AED7F2}">
      <dsp:nvSpPr>
        <dsp:cNvPr id="0" name=""/>
        <dsp:cNvSpPr/>
      </dsp:nvSpPr>
      <dsp:spPr>
        <a:xfrm>
          <a:off x="316280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Benefits</a:t>
          </a:r>
          <a:endParaRPr lang="en-IN" sz="500" kern="1200"/>
        </a:p>
      </dsp:txBody>
      <dsp:txXfrm>
        <a:off x="316280" y="30321726"/>
        <a:ext cx="2780" cy="1390"/>
      </dsp:txXfrm>
    </dsp:sp>
    <dsp:sp modelId="{E950CAB7-EA49-4925-A46E-834058BFEB46}">
      <dsp:nvSpPr>
        <dsp:cNvPr id="0" name=""/>
        <dsp:cNvSpPr/>
      </dsp:nvSpPr>
      <dsp:spPr>
        <a:xfrm>
          <a:off x="319644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✔ Reduced manual effort</a:t>
          </a:r>
        </a:p>
      </dsp:txBody>
      <dsp:txXfrm>
        <a:off x="319644" y="30321726"/>
        <a:ext cx="2780" cy="1390"/>
      </dsp:txXfrm>
    </dsp:sp>
    <dsp:sp modelId="{C9BBFB41-B537-4BFB-997B-155F6C200BC0}">
      <dsp:nvSpPr>
        <dsp:cNvPr id="0" name=""/>
        <dsp:cNvSpPr/>
      </dsp:nvSpPr>
      <dsp:spPr>
        <a:xfrm>
          <a:off x="323008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✔ Faster dashboard creation</a:t>
          </a:r>
        </a:p>
      </dsp:txBody>
      <dsp:txXfrm>
        <a:off x="323008" y="30321726"/>
        <a:ext cx="2780" cy="1390"/>
      </dsp:txXfrm>
    </dsp:sp>
    <dsp:sp modelId="{411B2788-A72C-4D05-8103-012B3747918E}">
      <dsp:nvSpPr>
        <dsp:cNvPr id="0" name=""/>
        <dsp:cNvSpPr/>
      </dsp:nvSpPr>
      <dsp:spPr>
        <a:xfrm>
          <a:off x="326373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✔ Instant business insights</a:t>
          </a:r>
        </a:p>
      </dsp:txBody>
      <dsp:txXfrm>
        <a:off x="326373" y="30321726"/>
        <a:ext cx="2780" cy="1390"/>
      </dsp:txXfrm>
    </dsp:sp>
    <dsp:sp modelId="{3DEC3D8A-4AEA-427F-AE46-AC15D42EB55E}">
      <dsp:nvSpPr>
        <dsp:cNvPr id="0" name=""/>
        <dsp:cNvSpPr/>
      </dsp:nvSpPr>
      <dsp:spPr>
        <a:xfrm>
          <a:off x="329737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29737" y="30321726"/>
        <a:ext cx="2780" cy="1390"/>
      </dsp:txXfrm>
    </dsp:sp>
    <dsp:sp modelId="{A5B3995B-7E89-464B-8A65-8B573732792A}">
      <dsp:nvSpPr>
        <dsp:cNvPr id="0" name=""/>
        <dsp:cNvSpPr/>
      </dsp:nvSpPr>
      <dsp:spPr>
        <a:xfrm>
          <a:off x="333102" y="30321726"/>
          <a:ext cx="2780" cy="1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1" kern="1200"/>
            <a:t>Slide 4 – Workflow</a:t>
          </a:r>
          <a:endParaRPr lang="en-IN" sz="500" kern="1200"/>
        </a:p>
      </dsp:txBody>
      <dsp:txXfrm>
        <a:off x="333102" y="30321726"/>
        <a:ext cx="2780" cy="13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2EA1FF-FC70-4158-8494-C91398BE6107}">
      <dsp:nvSpPr>
        <dsp:cNvPr id="0" name=""/>
        <dsp:cNvSpPr/>
      </dsp:nvSpPr>
      <dsp:spPr>
        <a:xfrm>
          <a:off x="898419" y="1100"/>
          <a:ext cx="1407163" cy="844298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🤖 Understands user questions in natural language.</a:t>
          </a:r>
        </a:p>
      </dsp:txBody>
      <dsp:txXfrm>
        <a:off x="923148" y="25829"/>
        <a:ext cx="1357705" cy="794840"/>
      </dsp:txXfrm>
    </dsp:sp>
    <dsp:sp modelId="{2AF7F4F8-353B-437A-A7A4-234398F7DBEE}">
      <dsp:nvSpPr>
        <dsp:cNvPr id="0" name=""/>
        <dsp:cNvSpPr/>
      </dsp:nvSpPr>
      <dsp:spPr>
        <a:xfrm>
          <a:off x="2429413" y="248761"/>
          <a:ext cx="298318" cy="3489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2429413" y="318556"/>
        <a:ext cx="208823" cy="209386"/>
      </dsp:txXfrm>
    </dsp:sp>
    <dsp:sp modelId="{61AC0DD9-5C40-431A-8120-E13BACCD32D1}">
      <dsp:nvSpPr>
        <dsp:cNvPr id="0" name=""/>
        <dsp:cNvSpPr/>
      </dsp:nvSpPr>
      <dsp:spPr>
        <a:xfrm>
          <a:off x="2868448" y="1100"/>
          <a:ext cx="1407163" cy="844298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🗄️ Analyses database schema and table relationships.</a:t>
          </a:r>
        </a:p>
      </dsp:txBody>
      <dsp:txXfrm>
        <a:off x="2893177" y="25829"/>
        <a:ext cx="1357705" cy="794840"/>
      </dsp:txXfrm>
    </dsp:sp>
    <dsp:sp modelId="{8B81D16D-64A5-4A0E-B335-DB7D9454F737}">
      <dsp:nvSpPr>
        <dsp:cNvPr id="0" name=""/>
        <dsp:cNvSpPr/>
      </dsp:nvSpPr>
      <dsp:spPr>
        <a:xfrm>
          <a:off x="4399442" y="248761"/>
          <a:ext cx="298318" cy="3489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4399442" y="318556"/>
        <a:ext cx="208823" cy="209386"/>
      </dsp:txXfrm>
    </dsp:sp>
    <dsp:sp modelId="{6DB7D5B6-4637-4119-A218-E96A9420787A}">
      <dsp:nvSpPr>
        <dsp:cNvPr id="0" name=""/>
        <dsp:cNvSpPr/>
      </dsp:nvSpPr>
      <dsp:spPr>
        <a:xfrm>
          <a:off x="4838477" y="1100"/>
          <a:ext cx="1407163" cy="844298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📊 Assists in dashboard generation.</a:t>
          </a:r>
        </a:p>
      </dsp:txBody>
      <dsp:txXfrm>
        <a:off x="4863206" y="25829"/>
        <a:ext cx="1357705" cy="794840"/>
      </dsp:txXfrm>
    </dsp:sp>
    <dsp:sp modelId="{76213BF7-514C-4FDB-AC56-784AE18431F7}">
      <dsp:nvSpPr>
        <dsp:cNvPr id="0" name=""/>
        <dsp:cNvSpPr/>
      </dsp:nvSpPr>
      <dsp:spPr>
        <a:xfrm>
          <a:off x="6369471" y="248761"/>
          <a:ext cx="298318" cy="3489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6369471" y="318556"/>
        <a:ext cx="208823" cy="209386"/>
      </dsp:txXfrm>
    </dsp:sp>
    <dsp:sp modelId="{1AB5DF82-E2E8-45F0-B5B0-1105077448AC}">
      <dsp:nvSpPr>
        <dsp:cNvPr id="0" name=""/>
        <dsp:cNvSpPr/>
      </dsp:nvSpPr>
      <dsp:spPr>
        <a:xfrm>
          <a:off x="6808506" y="1100"/>
          <a:ext cx="1407163" cy="844298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🔍 Automatically retrieves and analyses business data.</a:t>
          </a:r>
        </a:p>
      </dsp:txBody>
      <dsp:txXfrm>
        <a:off x="6833235" y="25829"/>
        <a:ext cx="1357705" cy="794840"/>
      </dsp:txXfrm>
    </dsp:sp>
    <dsp:sp modelId="{5189FF38-D510-4D7C-AA01-9FD478644624}">
      <dsp:nvSpPr>
        <dsp:cNvPr id="0" name=""/>
        <dsp:cNvSpPr/>
      </dsp:nvSpPr>
      <dsp:spPr>
        <a:xfrm>
          <a:off x="8339499" y="248761"/>
          <a:ext cx="298318" cy="3489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8339499" y="318556"/>
        <a:ext cx="208823" cy="209386"/>
      </dsp:txXfrm>
    </dsp:sp>
    <dsp:sp modelId="{FBC6C093-859D-4628-A880-CF3E5DF46D1B}">
      <dsp:nvSpPr>
        <dsp:cNvPr id="0" name=""/>
        <dsp:cNvSpPr/>
      </dsp:nvSpPr>
      <dsp:spPr>
        <a:xfrm>
          <a:off x="8778534" y="1100"/>
          <a:ext cx="1407163" cy="844298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📈 Generates meaningful business insights.</a:t>
          </a:r>
        </a:p>
      </dsp:txBody>
      <dsp:txXfrm>
        <a:off x="8803263" y="25829"/>
        <a:ext cx="1357705" cy="794840"/>
      </dsp:txXfrm>
    </dsp:sp>
    <dsp:sp modelId="{A2E58DDA-0118-49D2-9345-8F82DD94A2F6}">
      <dsp:nvSpPr>
        <dsp:cNvPr id="0" name=""/>
        <dsp:cNvSpPr/>
      </dsp:nvSpPr>
      <dsp:spPr>
        <a:xfrm rot="5400000">
          <a:off x="9332957" y="943900"/>
          <a:ext cx="298318" cy="3489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9377424" y="969229"/>
        <a:ext cx="209386" cy="208823"/>
      </dsp:txXfrm>
    </dsp:sp>
    <dsp:sp modelId="{4C560265-88AC-45D5-9DAD-92ADC96B8BEE}">
      <dsp:nvSpPr>
        <dsp:cNvPr id="0" name=""/>
        <dsp:cNvSpPr/>
      </dsp:nvSpPr>
      <dsp:spPr>
        <a:xfrm>
          <a:off x="8778534" y="1408264"/>
          <a:ext cx="1407163" cy="844298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🌐 Produces interactive HTML dashboards for users.</a:t>
          </a:r>
        </a:p>
      </dsp:txBody>
      <dsp:txXfrm>
        <a:off x="8803263" y="1432993"/>
        <a:ext cx="1357705" cy="7948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7EADDE-B781-491F-977C-468FAA28A0C7}">
      <dsp:nvSpPr>
        <dsp:cNvPr id="0" name=""/>
        <dsp:cNvSpPr/>
      </dsp:nvSpPr>
      <dsp:spPr>
        <a:xfrm>
          <a:off x="409426" y="2771"/>
          <a:ext cx="10052346" cy="99051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Reduces dashboard creation and maintenance effort.</a:t>
          </a:r>
        </a:p>
      </dsp:txBody>
      <dsp:txXfrm>
        <a:off x="904681" y="2771"/>
        <a:ext cx="9061836" cy="990510"/>
      </dsp:txXfrm>
    </dsp:sp>
    <dsp:sp modelId="{54AAE168-6953-4681-94C2-355F7062AC55}">
      <dsp:nvSpPr>
        <dsp:cNvPr id="0" name=""/>
        <dsp:cNvSpPr/>
      </dsp:nvSpPr>
      <dsp:spPr>
        <a:xfrm>
          <a:off x="409426" y="1131953"/>
          <a:ext cx="10052346" cy="99051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 Enables stakeholders to access insights instantly.</a:t>
          </a:r>
        </a:p>
      </dsp:txBody>
      <dsp:txXfrm>
        <a:off x="904681" y="1131953"/>
        <a:ext cx="9061836" cy="990510"/>
      </dsp:txXfrm>
    </dsp:sp>
    <dsp:sp modelId="{365D7118-7933-41F9-A3FC-0A119825497E}">
      <dsp:nvSpPr>
        <dsp:cNvPr id="0" name=""/>
        <dsp:cNvSpPr/>
      </dsp:nvSpPr>
      <dsp:spPr>
        <a:xfrm>
          <a:off x="409426" y="2261135"/>
          <a:ext cx="10052346" cy="99051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 Improves efficiency through AI-driven automation.</a:t>
          </a:r>
        </a:p>
      </dsp:txBody>
      <dsp:txXfrm>
        <a:off x="904681" y="2261135"/>
        <a:ext cx="9061836" cy="990510"/>
      </dsp:txXfrm>
    </dsp:sp>
    <dsp:sp modelId="{4229DA9D-81DC-4A3B-B025-9FAC7224F04B}">
      <dsp:nvSpPr>
        <dsp:cNvPr id="0" name=""/>
        <dsp:cNvSpPr/>
      </dsp:nvSpPr>
      <dsp:spPr>
        <a:xfrm>
          <a:off x="409426" y="3390317"/>
          <a:ext cx="10052346" cy="99051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Supports faster and more informed decision-making.</a:t>
          </a:r>
        </a:p>
      </dsp:txBody>
      <dsp:txXfrm>
        <a:off x="904681" y="3390317"/>
        <a:ext cx="9061836" cy="990510"/>
      </dsp:txXfrm>
    </dsp:sp>
    <dsp:sp modelId="{1B642DF0-2707-4F5F-AA5C-8D57720318B9}">
      <dsp:nvSpPr>
        <dsp:cNvPr id="0" name=""/>
        <dsp:cNvSpPr/>
      </dsp:nvSpPr>
      <dsp:spPr>
        <a:xfrm>
          <a:off x="409426" y="4519500"/>
          <a:ext cx="10052346" cy="99051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 Bridges the gap between business data and actionable insights.</a:t>
          </a:r>
        </a:p>
      </dsp:txBody>
      <dsp:txXfrm>
        <a:off x="904681" y="4519500"/>
        <a:ext cx="9061836" cy="9905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15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6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image" Target="../media/image1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70742"/>
            <a:ext cx="11887199" cy="249299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 POWERED BUSINESS INTELLIGENT ASSISTANT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EED7140-FF01-CE60-57EA-63E14F928ADC}"/>
              </a:ext>
            </a:extLst>
          </p:cNvPr>
          <p:cNvSpPr/>
          <p:nvPr/>
        </p:nvSpPr>
        <p:spPr>
          <a:xfrm>
            <a:off x="8416212" y="4422710"/>
            <a:ext cx="3470988" cy="1959429"/>
          </a:xfrm>
          <a:prstGeom prst="flowChartProcess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5149A4-314C-9D70-8B36-6BE010AC85CB}"/>
              </a:ext>
            </a:extLst>
          </p:cNvPr>
          <p:cNvSpPr txBox="1"/>
          <p:nvPr/>
        </p:nvSpPr>
        <p:spPr>
          <a:xfrm>
            <a:off x="8238931" y="4040155"/>
            <a:ext cx="364826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</a:rPr>
              <a:t>PRESENTED BY :</a:t>
            </a:r>
          </a:p>
          <a:p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</a:rPr>
              <a:t>AGALYA M</a:t>
            </a:r>
          </a:p>
          <a:p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</a:rPr>
              <a:t>BHUVANESHWARAN C</a:t>
            </a:r>
          </a:p>
          <a:p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</a:rPr>
              <a:t>RAMA PRIYA M</a:t>
            </a:r>
          </a:p>
          <a:p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</a:rPr>
              <a:t>RANJANI G</a:t>
            </a:r>
            <a:endParaRPr lang="en-IN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4"/>
              </a:solidFill>
            </a:endParaRPr>
          </a:p>
        </p:txBody>
      </p:sp>
      <p:sp>
        <p:nvSpPr>
          <p:cNvPr id="12" name="Flowchart: Multidocument 11">
            <a:extLst>
              <a:ext uri="{FF2B5EF4-FFF2-40B4-BE49-F238E27FC236}">
                <a16:creationId xmlns:a16="http://schemas.microsoft.com/office/drawing/2014/main" id="{77486E37-3FDA-7318-71E6-A23932AE1E05}"/>
              </a:ext>
            </a:extLst>
          </p:cNvPr>
          <p:cNvSpPr/>
          <p:nvPr/>
        </p:nvSpPr>
        <p:spPr>
          <a:xfrm>
            <a:off x="962104" y="4329404"/>
            <a:ext cx="3830215" cy="2052735"/>
          </a:xfrm>
          <a:prstGeom prst="flowChartMultidocumen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TECHNOLOGIES USED:</a:t>
            </a:r>
          </a:p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N8N</a:t>
            </a:r>
          </a:p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AI AGENT</a:t>
            </a:r>
          </a:p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SQL</a:t>
            </a:r>
          </a:p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HTML DASHBOARD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PROBLEM STATEMENT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A1E06A74-96C5-A3AF-6C6F-C90E93FA09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1453702"/>
              </p:ext>
            </p:extLst>
          </p:nvPr>
        </p:nvGraphicFramePr>
        <p:xfrm>
          <a:off x="1717483" y="855297"/>
          <a:ext cx="8062622" cy="5299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PROPOSED SOLUTION 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3243403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TECHNICAL ANALYSIS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10201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FINANCIAL ANALYSIS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7000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ECONOMIC ANALYSIS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4086224" y="1948011"/>
            <a:ext cx="4684551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ECOLOGICAL ANALYSIS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886383" y="3653603"/>
            <a:ext cx="1752042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3053182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5219979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9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5735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7" name="Freeform 4344" descr="Icon of wrench. ">
            <a:extLst>
              <a:ext uri="{FF2B5EF4-FFF2-40B4-BE49-F238E27FC236}">
                <a16:creationId xmlns:a16="http://schemas.microsoft.com/office/drawing/2014/main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3742205" y="2300343"/>
            <a:ext cx="373996" cy="37399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8" name="Group 57" descr="Icon of money. ">
            <a:extLst>
              <a:ext uri="{FF2B5EF4-FFF2-40B4-BE49-F238E27FC236}">
                <a16:creationId xmlns:a16="http://schemas.microsoft.com/office/drawing/2014/main" id="{8FB81822-E09C-4A9F-BCD2-4BB20E38DA03}"/>
              </a:ext>
            </a:extLst>
          </p:cNvPr>
          <p:cNvGrpSpPr/>
          <p:nvPr/>
        </p:nvGrpSpPr>
        <p:grpSpPr>
          <a:xfrm>
            <a:off x="5905833" y="2296118"/>
            <a:ext cx="380334" cy="382447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59" name="Freeform 497">
              <a:extLst>
                <a:ext uri="{FF2B5EF4-FFF2-40B4-BE49-F238E27FC236}">
                  <a16:creationId xmlns:a16="http://schemas.microsoft.com/office/drawing/2014/main" id="{4325703C-49C2-4EC8-BBAF-CE488FCB0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498">
              <a:extLst>
                <a:ext uri="{FF2B5EF4-FFF2-40B4-BE49-F238E27FC236}">
                  <a16:creationId xmlns:a16="http://schemas.microsoft.com/office/drawing/2014/main" id="{A721923B-8DD3-47E1-B174-6D9950E778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499">
              <a:extLst>
                <a:ext uri="{FF2B5EF4-FFF2-40B4-BE49-F238E27FC236}">
                  <a16:creationId xmlns:a16="http://schemas.microsoft.com/office/drawing/2014/main" id="{A8E6691B-D48E-4F27-BFB8-39275098B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500">
              <a:extLst>
                <a:ext uri="{FF2B5EF4-FFF2-40B4-BE49-F238E27FC236}">
                  <a16:creationId xmlns:a16="http://schemas.microsoft.com/office/drawing/2014/main" id="{5839F0C0-A423-4156-855A-E09BBC0F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501">
              <a:extLst>
                <a:ext uri="{FF2B5EF4-FFF2-40B4-BE49-F238E27FC236}">
                  <a16:creationId xmlns:a16="http://schemas.microsoft.com/office/drawing/2014/main" id="{DBE218E2-EA47-43F9-AF50-BC58701E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502">
              <a:extLst>
                <a:ext uri="{FF2B5EF4-FFF2-40B4-BE49-F238E27FC236}">
                  <a16:creationId xmlns:a16="http://schemas.microsoft.com/office/drawing/2014/main" id="{FB53FF3C-7C81-42D7-820B-328F8351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503">
              <a:extLst>
                <a:ext uri="{FF2B5EF4-FFF2-40B4-BE49-F238E27FC236}">
                  <a16:creationId xmlns:a16="http://schemas.microsoft.com/office/drawing/2014/main" id="{B2AFC166-3690-491C-BE8E-D33917F47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504">
              <a:extLst>
                <a:ext uri="{FF2B5EF4-FFF2-40B4-BE49-F238E27FC236}">
                  <a16:creationId xmlns:a16="http://schemas.microsoft.com/office/drawing/2014/main" id="{9740A41F-89FD-44D8-9D1F-332E7D538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67" name="Group 66" descr="Icon of abacus. ">
            <a:extLst>
              <a:ext uri="{FF2B5EF4-FFF2-40B4-BE49-F238E27FC236}">
                <a16:creationId xmlns:a16="http://schemas.microsoft.com/office/drawing/2014/main" id="{201B668C-AA5F-454E-8E64-CEA32A839FB8}"/>
              </a:ext>
            </a:extLst>
          </p:cNvPr>
          <p:cNvGrpSpPr/>
          <p:nvPr/>
        </p:nvGrpSpPr>
        <p:grpSpPr>
          <a:xfrm>
            <a:off x="8071577" y="2296118"/>
            <a:ext cx="382447" cy="382447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reeform 324">
              <a:extLst>
                <a:ext uri="{FF2B5EF4-FFF2-40B4-BE49-F238E27FC236}">
                  <a16:creationId xmlns:a16="http://schemas.microsoft.com/office/drawing/2014/main" id="{EEBBB4D9-8AD5-4868-B9F5-568F0C326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325">
              <a:extLst>
                <a:ext uri="{FF2B5EF4-FFF2-40B4-BE49-F238E27FC236}">
                  <a16:creationId xmlns:a16="http://schemas.microsoft.com/office/drawing/2014/main" id="{4E9C428E-133B-4690-9ED6-8917E4F1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326">
              <a:extLst>
                <a:ext uri="{FF2B5EF4-FFF2-40B4-BE49-F238E27FC236}">
                  <a16:creationId xmlns:a16="http://schemas.microsoft.com/office/drawing/2014/main" id="{505F0C26-0335-4A1D-AA0D-8C830A4F0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327">
              <a:extLst>
                <a:ext uri="{FF2B5EF4-FFF2-40B4-BE49-F238E27FC236}">
                  <a16:creationId xmlns:a16="http://schemas.microsoft.com/office/drawing/2014/main" id="{EE66CB30-F704-45C9-BA83-17BA7DC1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2" name="Freeform 2319" descr="Icon of leaf. ">
            <a:extLst>
              <a:ext uri="{FF2B5EF4-FFF2-40B4-BE49-F238E27FC236}">
                <a16:creationId xmlns:a16="http://schemas.microsoft.com/office/drawing/2014/main" id="{4C935A16-4F4C-4B17-B911-F1D554A088A8}"/>
              </a:ext>
            </a:extLst>
          </p:cNvPr>
          <p:cNvSpPr>
            <a:spLocks noEditPoints="1"/>
          </p:cNvSpPr>
          <p:nvPr/>
        </p:nvSpPr>
        <p:spPr bwMode="auto">
          <a:xfrm>
            <a:off x="10247928" y="2303513"/>
            <a:ext cx="367656" cy="367656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256A8F6-49B6-2F45-2BB8-AAE0CB0832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7400432"/>
              </p:ext>
            </p:extLst>
          </p:nvPr>
        </p:nvGraphicFramePr>
        <p:xfrm>
          <a:off x="1250301" y="1240697"/>
          <a:ext cx="9955763" cy="4105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SYSTEM WORKFLOW 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A69BDC62-882D-49FD-B60A-05F493B04723}"/>
              </a:ext>
            </a:extLst>
          </p:cNvPr>
          <p:cNvSpPr/>
          <p:nvPr/>
        </p:nvSpPr>
        <p:spPr>
          <a:xfrm>
            <a:off x="266700" y="2468356"/>
            <a:ext cx="1348582" cy="22339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C109BEC-95E0-4EA0-B65C-A8353481F394}"/>
              </a:ext>
            </a:extLst>
          </p:cNvPr>
          <p:cNvSpPr/>
          <p:nvPr/>
        </p:nvSpPr>
        <p:spPr>
          <a:xfrm>
            <a:off x="266700" y="4753379"/>
            <a:ext cx="1348582" cy="22339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5E90D60-8E0E-77F6-BEA4-9AD2968A63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8453091"/>
              </p:ext>
            </p:extLst>
          </p:nvPr>
        </p:nvGraphicFramePr>
        <p:xfrm>
          <a:off x="6419461" y="4441371"/>
          <a:ext cx="335902" cy="60644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B95838D-5799-4620-72E0-915901829A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0863066"/>
              </p:ext>
            </p:extLst>
          </p:nvPr>
        </p:nvGraphicFramePr>
        <p:xfrm>
          <a:off x="548640" y="855297"/>
          <a:ext cx="11084118" cy="2253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BF8732FE-52BA-D29D-C76F-85C5701E04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939" y="3264918"/>
            <a:ext cx="10723572" cy="297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SYSTEM OUTPUT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8576A11-0612-E416-CD3C-CADAFEF03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62" y="3773548"/>
            <a:ext cx="11581738" cy="28101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6C436A-69C7-328C-940F-430DE6BDF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63" y="786387"/>
            <a:ext cx="11734800" cy="264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57F5370-BF8E-406B-BEAE-B1224615626A}"/>
              </a:ext>
            </a:extLst>
          </p:cNvPr>
          <p:cNvSpPr/>
          <p:nvPr/>
        </p:nvSpPr>
        <p:spPr>
          <a:xfrm>
            <a:off x="1996865" y="5332295"/>
            <a:ext cx="2428875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8FD61A9-8900-5416-9204-514516F1D4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7748397"/>
              </p:ext>
            </p:extLst>
          </p:nvPr>
        </p:nvGraphicFramePr>
        <p:xfrm>
          <a:off x="619760" y="855297"/>
          <a:ext cx="10871200" cy="5512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291</TotalTime>
  <Words>928</Words>
  <Application>Microsoft Office PowerPoint</Application>
  <PresentationFormat>Widescreen</PresentationFormat>
  <Paragraphs>158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Segoe UI</vt:lpstr>
      <vt:lpstr>Segoe UI Light</vt:lpstr>
      <vt:lpstr>Office Theme</vt:lpstr>
      <vt:lpstr>AI POWERED BUSINESS INTELLIGENT ASSISTANT </vt:lpstr>
      <vt:lpstr>Project analysis slide 2</vt:lpstr>
      <vt:lpstr>Project analysis slide 3</vt:lpstr>
      <vt:lpstr>Project analysis slide 4</vt:lpstr>
      <vt:lpstr>Project analysis slide 5</vt:lpstr>
      <vt:lpstr>Project analysis slide 6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ramapriyam268@gmail.com</dc:creator>
  <cp:lastModifiedBy>ramapriyam268@gmail.com</cp:lastModifiedBy>
  <cp:revision>21</cp:revision>
  <dcterms:created xsi:type="dcterms:W3CDTF">2026-06-09T14:29:16Z</dcterms:created>
  <dcterms:modified xsi:type="dcterms:W3CDTF">2026-06-10T08:41:46Z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